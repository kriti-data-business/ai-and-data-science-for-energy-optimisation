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5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4"/>
    <p:restoredTop sz="94650"/>
  </p:normalViewPr>
  <p:slideViewPr>
    <p:cSldViewPr snapToGrid="0" snapToObjects="1">
      <p:cViewPr varScale="1">
        <p:scale>
          <a:sx n="79" d="100"/>
          <a:sy n="79" d="100"/>
        </p:scale>
        <p:origin x="200" y="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38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7.svg"/><Relationship Id="rId2" Type="http://schemas.openxmlformats.org/officeDocument/2006/relationships/image" Target="../media/image28.svg"/><Relationship Id="rId16" Type="http://schemas.openxmlformats.org/officeDocument/2006/relationships/image" Target="../media/image41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17.png"/><Relationship Id="rId5" Type="http://schemas.openxmlformats.org/officeDocument/2006/relationships/image" Target="../media/image31.png"/><Relationship Id="rId15" Type="http://schemas.openxmlformats.org/officeDocument/2006/relationships/image" Target="../media/image40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Relationship Id="rId14" Type="http://schemas.openxmlformats.org/officeDocument/2006/relationships/image" Target="../media/image3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38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7.svg"/><Relationship Id="rId2" Type="http://schemas.openxmlformats.org/officeDocument/2006/relationships/image" Target="../media/image28.svg"/><Relationship Id="rId16" Type="http://schemas.openxmlformats.org/officeDocument/2006/relationships/image" Target="../media/image41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17.png"/><Relationship Id="rId5" Type="http://schemas.openxmlformats.org/officeDocument/2006/relationships/image" Target="../media/image31.png"/><Relationship Id="rId15" Type="http://schemas.openxmlformats.org/officeDocument/2006/relationships/image" Target="../media/image40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Relationship Id="rId14" Type="http://schemas.openxmlformats.org/officeDocument/2006/relationships/image" Target="../media/image3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A09378-8F01-4407-9A52-C37D0A89605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A8292E4-2044-4876-9239-0239EDEEE4FB}">
      <dgm:prSet/>
      <dgm:spPr/>
      <dgm:t>
        <a:bodyPr/>
        <a:lstStyle/>
        <a:p>
          <a:r>
            <a:rPr lang="en-US"/>
            <a:t>Enhance operational efficiency through data analytics.</a:t>
          </a:r>
        </a:p>
      </dgm:t>
    </dgm:pt>
    <dgm:pt modelId="{E1AF67E3-9325-4D25-AFCF-A07171FDA717}" type="parTrans" cxnId="{6209B1A2-DC2C-4684-915C-59761CFA695A}">
      <dgm:prSet/>
      <dgm:spPr/>
      <dgm:t>
        <a:bodyPr/>
        <a:lstStyle/>
        <a:p>
          <a:endParaRPr lang="en-US"/>
        </a:p>
      </dgm:t>
    </dgm:pt>
    <dgm:pt modelId="{01758208-1DA6-421C-AA7A-F2F5368063BE}" type="sibTrans" cxnId="{6209B1A2-DC2C-4684-915C-59761CFA695A}">
      <dgm:prSet/>
      <dgm:spPr/>
      <dgm:t>
        <a:bodyPr/>
        <a:lstStyle/>
        <a:p>
          <a:endParaRPr lang="en-US"/>
        </a:p>
      </dgm:t>
    </dgm:pt>
    <dgm:pt modelId="{45AE4C81-4724-403B-ACDB-B94F5D47D8D3}">
      <dgm:prSet/>
      <dgm:spPr/>
      <dgm:t>
        <a:bodyPr/>
        <a:lstStyle/>
        <a:p>
          <a:r>
            <a:rPr lang="en-US"/>
            <a:t>Implement predictive maintenance to reduce downtime.</a:t>
          </a:r>
        </a:p>
      </dgm:t>
    </dgm:pt>
    <dgm:pt modelId="{E7406E68-034A-466A-9C86-2EA9A1FC9718}" type="parTrans" cxnId="{83566EA2-A055-4CA2-AC23-60ABB28D5AD2}">
      <dgm:prSet/>
      <dgm:spPr/>
      <dgm:t>
        <a:bodyPr/>
        <a:lstStyle/>
        <a:p>
          <a:endParaRPr lang="en-US"/>
        </a:p>
      </dgm:t>
    </dgm:pt>
    <dgm:pt modelId="{9085AE5E-59AD-4934-A770-8BE37935C835}" type="sibTrans" cxnId="{83566EA2-A055-4CA2-AC23-60ABB28D5AD2}">
      <dgm:prSet/>
      <dgm:spPr/>
      <dgm:t>
        <a:bodyPr/>
        <a:lstStyle/>
        <a:p>
          <a:endParaRPr lang="en-US"/>
        </a:p>
      </dgm:t>
    </dgm:pt>
    <dgm:pt modelId="{B94F1727-7B77-4B95-ABD0-EB47AC34B1F0}">
      <dgm:prSet/>
      <dgm:spPr/>
      <dgm:t>
        <a:bodyPr/>
        <a:lstStyle/>
        <a:p>
          <a:r>
            <a:rPr lang="en-US"/>
            <a:t>Reduce emissions and achieve sustainability goals.</a:t>
          </a:r>
        </a:p>
      </dgm:t>
    </dgm:pt>
    <dgm:pt modelId="{70EF7A55-DE83-403D-8DC5-E8A7C22DF3E5}" type="parTrans" cxnId="{9C0B8D7C-7D4F-4CC1-8644-AFD7A1575549}">
      <dgm:prSet/>
      <dgm:spPr/>
      <dgm:t>
        <a:bodyPr/>
        <a:lstStyle/>
        <a:p>
          <a:endParaRPr lang="en-US"/>
        </a:p>
      </dgm:t>
    </dgm:pt>
    <dgm:pt modelId="{FAEA6D13-D01F-42E9-90D3-00B792948451}" type="sibTrans" cxnId="{9C0B8D7C-7D4F-4CC1-8644-AFD7A1575549}">
      <dgm:prSet/>
      <dgm:spPr/>
      <dgm:t>
        <a:bodyPr/>
        <a:lstStyle/>
        <a:p>
          <a:endParaRPr lang="en-US"/>
        </a:p>
      </dgm:t>
    </dgm:pt>
    <dgm:pt modelId="{D1B26CE5-0589-45FB-A21E-F09824C2281E}">
      <dgm:prSet/>
      <dgm:spPr/>
      <dgm:t>
        <a:bodyPr/>
        <a:lstStyle/>
        <a:p>
          <a:r>
            <a:rPr lang="en-US"/>
            <a:t>Develop a unified data platform for informed decision-making.</a:t>
          </a:r>
        </a:p>
      </dgm:t>
    </dgm:pt>
    <dgm:pt modelId="{47FE3051-9DCD-4CB0-B768-BDCEC2E7997C}" type="parTrans" cxnId="{20B14FCF-225E-41E2-9B1B-3464A10BF9DD}">
      <dgm:prSet/>
      <dgm:spPr/>
      <dgm:t>
        <a:bodyPr/>
        <a:lstStyle/>
        <a:p>
          <a:endParaRPr lang="en-US"/>
        </a:p>
      </dgm:t>
    </dgm:pt>
    <dgm:pt modelId="{01473420-FCC2-4A26-9629-DBAE20BE3E70}" type="sibTrans" cxnId="{20B14FCF-225E-41E2-9B1B-3464A10BF9DD}">
      <dgm:prSet/>
      <dgm:spPr/>
      <dgm:t>
        <a:bodyPr/>
        <a:lstStyle/>
        <a:p>
          <a:endParaRPr lang="en-US"/>
        </a:p>
      </dgm:t>
    </dgm:pt>
    <dgm:pt modelId="{07A6A3DB-83E5-48EA-BACD-730D5350AE60}" type="pres">
      <dgm:prSet presAssocID="{ACA09378-8F01-4407-9A52-C37D0A896051}" presName="root" presStyleCnt="0">
        <dgm:presLayoutVars>
          <dgm:dir/>
          <dgm:resizeHandles val="exact"/>
        </dgm:presLayoutVars>
      </dgm:prSet>
      <dgm:spPr/>
    </dgm:pt>
    <dgm:pt modelId="{1C109782-33E5-4CA5-99AB-122985E837BB}" type="pres">
      <dgm:prSet presAssocID="{5A8292E4-2044-4876-9239-0239EDEEE4FB}" presName="compNode" presStyleCnt="0"/>
      <dgm:spPr/>
    </dgm:pt>
    <dgm:pt modelId="{65A1F898-FD76-4587-8B26-103637343CEB}" type="pres">
      <dgm:prSet presAssocID="{5A8292E4-2044-4876-9239-0239EDEEE4F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194412E-34A4-4F42-8FE6-6B860B58377E}" type="pres">
      <dgm:prSet presAssocID="{5A8292E4-2044-4876-9239-0239EDEEE4FB}" presName="spaceRect" presStyleCnt="0"/>
      <dgm:spPr/>
    </dgm:pt>
    <dgm:pt modelId="{A87366A1-95A8-4A6E-AFFC-FB315F9A84A7}" type="pres">
      <dgm:prSet presAssocID="{5A8292E4-2044-4876-9239-0239EDEEE4FB}" presName="textRect" presStyleLbl="revTx" presStyleIdx="0" presStyleCnt="4">
        <dgm:presLayoutVars>
          <dgm:chMax val="1"/>
          <dgm:chPref val="1"/>
        </dgm:presLayoutVars>
      </dgm:prSet>
      <dgm:spPr/>
    </dgm:pt>
    <dgm:pt modelId="{F48CE2A4-3E40-43A2-A8BC-E82BD05E7AED}" type="pres">
      <dgm:prSet presAssocID="{01758208-1DA6-421C-AA7A-F2F5368063BE}" presName="sibTrans" presStyleCnt="0"/>
      <dgm:spPr/>
    </dgm:pt>
    <dgm:pt modelId="{12DAC870-630D-47D6-9943-EA2FED1F011F}" type="pres">
      <dgm:prSet presAssocID="{45AE4C81-4724-403B-ACDB-B94F5D47D8D3}" presName="compNode" presStyleCnt="0"/>
      <dgm:spPr/>
    </dgm:pt>
    <dgm:pt modelId="{C465366C-FC8C-4EC3-87CB-BF1DA5B1EA2E}" type="pres">
      <dgm:prSet presAssocID="{45AE4C81-4724-403B-ACDB-B94F5D47D8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 Finished"/>
        </a:ext>
      </dgm:extLst>
    </dgm:pt>
    <dgm:pt modelId="{7FF7EFDC-84DF-4DE9-A9F5-8B75D2895805}" type="pres">
      <dgm:prSet presAssocID="{45AE4C81-4724-403B-ACDB-B94F5D47D8D3}" presName="spaceRect" presStyleCnt="0"/>
      <dgm:spPr/>
    </dgm:pt>
    <dgm:pt modelId="{66CDADEC-084D-422E-B697-8D1B435FD7DB}" type="pres">
      <dgm:prSet presAssocID="{45AE4C81-4724-403B-ACDB-B94F5D47D8D3}" presName="textRect" presStyleLbl="revTx" presStyleIdx="1" presStyleCnt="4">
        <dgm:presLayoutVars>
          <dgm:chMax val="1"/>
          <dgm:chPref val="1"/>
        </dgm:presLayoutVars>
      </dgm:prSet>
      <dgm:spPr/>
    </dgm:pt>
    <dgm:pt modelId="{ECAFA3AE-03A5-425C-922D-C19118414F46}" type="pres">
      <dgm:prSet presAssocID="{9085AE5E-59AD-4934-A770-8BE37935C835}" presName="sibTrans" presStyleCnt="0"/>
      <dgm:spPr/>
    </dgm:pt>
    <dgm:pt modelId="{53B3F49D-AB89-47EC-A2AF-CE4E9C5A315E}" type="pres">
      <dgm:prSet presAssocID="{B94F1727-7B77-4B95-ABD0-EB47AC34B1F0}" presName="compNode" presStyleCnt="0"/>
      <dgm:spPr/>
    </dgm:pt>
    <dgm:pt modelId="{A30E1DC1-F8E0-4BEC-8DBF-9CB0CBCBCA44}" type="pres">
      <dgm:prSet presAssocID="{B94F1727-7B77-4B95-ABD0-EB47AC34B1F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tainability"/>
        </a:ext>
      </dgm:extLst>
    </dgm:pt>
    <dgm:pt modelId="{B5EED08C-72F1-4EF0-B3FD-0B92BEE02A44}" type="pres">
      <dgm:prSet presAssocID="{B94F1727-7B77-4B95-ABD0-EB47AC34B1F0}" presName="spaceRect" presStyleCnt="0"/>
      <dgm:spPr/>
    </dgm:pt>
    <dgm:pt modelId="{27C4AB03-3305-4466-A0EC-39C36B1768E4}" type="pres">
      <dgm:prSet presAssocID="{B94F1727-7B77-4B95-ABD0-EB47AC34B1F0}" presName="textRect" presStyleLbl="revTx" presStyleIdx="2" presStyleCnt="4">
        <dgm:presLayoutVars>
          <dgm:chMax val="1"/>
          <dgm:chPref val="1"/>
        </dgm:presLayoutVars>
      </dgm:prSet>
      <dgm:spPr/>
    </dgm:pt>
    <dgm:pt modelId="{36F7C71A-FF14-4FE2-A7F3-E3A06C21A400}" type="pres">
      <dgm:prSet presAssocID="{FAEA6D13-D01F-42E9-90D3-00B792948451}" presName="sibTrans" presStyleCnt="0"/>
      <dgm:spPr/>
    </dgm:pt>
    <dgm:pt modelId="{311C3B4A-EC4A-495C-965A-2CBD9E03FE93}" type="pres">
      <dgm:prSet presAssocID="{D1B26CE5-0589-45FB-A21E-F09824C2281E}" presName="compNode" presStyleCnt="0"/>
      <dgm:spPr/>
    </dgm:pt>
    <dgm:pt modelId="{CA8F19F7-C374-4C7A-9B80-D43BCA05ECE3}" type="pres">
      <dgm:prSet presAssocID="{D1B26CE5-0589-45FB-A21E-F09824C2281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5CF7F387-403F-4A91-BE14-E131A4C3FB4A}" type="pres">
      <dgm:prSet presAssocID="{D1B26CE5-0589-45FB-A21E-F09824C2281E}" presName="spaceRect" presStyleCnt="0"/>
      <dgm:spPr/>
    </dgm:pt>
    <dgm:pt modelId="{5168F24D-CD94-493A-95B0-B7C66AE89527}" type="pres">
      <dgm:prSet presAssocID="{D1B26CE5-0589-45FB-A21E-F09824C2281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366E945-FC84-4F40-8E3C-B99C43A0B63C}" type="presOf" srcId="{B94F1727-7B77-4B95-ABD0-EB47AC34B1F0}" destId="{27C4AB03-3305-4466-A0EC-39C36B1768E4}" srcOrd="0" destOrd="0" presId="urn:microsoft.com/office/officeart/2018/2/layout/IconLabelList"/>
    <dgm:cxn modelId="{0FD8DF6A-3EB0-41AE-912F-7AEEF81A1D67}" type="presOf" srcId="{ACA09378-8F01-4407-9A52-C37D0A896051}" destId="{07A6A3DB-83E5-48EA-BACD-730D5350AE60}" srcOrd="0" destOrd="0" presId="urn:microsoft.com/office/officeart/2018/2/layout/IconLabelList"/>
    <dgm:cxn modelId="{9C0B8D7C-7D4F-4CC1-8644-AFD7A1575549}" srcId="{ACA09378-8F01-4407-9A52-C37D0A896051}" destId="{B94F1727-7B77-4B95-ABD0-EB47AC34B1F0}" srcOrd="2" destOrd="0" parTransId="{70EF7A55-DE83-403D-8DC5-E8A7C22DF3E5}" sibTransId="{FAEA6D13-D01F-42E9-90D3-00B792948451}"/>
    <dgm:cxn modelId="{83566EA2-A055-4CA2-AC23-60ABB28D5AD2}" srcId="{ACA09378-8F01-4407-9A52-C37D0A896051}" destId="{45AE4C81-4724-403B-ACDB-B94F5D47D8D3}" srcOrd="1" destOrd="0" parTransId="{E7406E68-034A-466A-9C86-2EA9A1FC9718}" sibTransId="{9085AE5E-59AD-4934-A770-8BE37935C835}"/>
    <dgm:cxn modelId="{6209B1A2-DC2C-4684-915C-59761CFA695A}" srcId="{ACA09378-8F01-4407-9A52-C37D0A896051}" destId="{5A8292E4-2044-4876-9239-0239EDEEE4FB}" srcOrd="0" destOrd="0" parTransId="{E1AF67E3-9325-4D25-AFCF-A07171FDA717}" sibTransId="{01758208-1DA6-421C-AA7A-F2F5368063BE}"/>
    <dgm:cxn modelId="{27A599B3-2598-469C-ABA5-1589FE258908}" type="presOf" srcId="{D1B26CE5-0589-45FB-A21E-F09824C2281E}" destId="{5168F24D-CD94-493A-95B0-B7C66AE89527}" srcOrd="0" destOrd="0" presId="urn:microsoft.com/office/officeart/2018/2/layout/IconLabelList"/>
    <dgm:cxn modelId="{3B3587C7-7B80-4315-9709-FDB0AFCC820E}" type="presOf" srcId="{5A8292E4-2044-4876-9239-0239EDEEE4FB}" destId="{A87366A1-95A8-4A6E-AFFC-FB315F9A84A7}" srcOrd="0" destOrd="0" presId="urn:microsoft.com/office/officeart/2018/2/layout/IconLabelList"/>
    <dgm:cxn modelId="{20B14FCF-225E-41E2-9B1B-3464A10BF9DD}" srcId="{ACA09378-8F01-4407-9A52-C37D0A896051}" destId="{D1B26CE5-0589-45FB-A21E-F09824C2281E}" srcOrd="3" destOrd="0" parTransId="{47FE3051-9DCD-4CB0-B768-BDCEC2E7997C}" sibTransId="{01473420-FCC2-4A26-9629-DBAE20BE3E70}"/>
    <dgm:cxn modelId="{3E09B9E0-AE32-46A8-B12E-972D744F0CFC}" type="presOf" srcId="{45AE4C81-4724-403B-ACDB-B94F5D47D8D3}" destId="{66CDADEC-084D-422E-B697-8D1B435FD7DB}" srcOrd="0" destOrd="0" presId="urn:microsoft.com/office/officeart/2018/2/layout/IconLabelList"/>
    <dgm:cxn modelId="{D5D308E5-6B3E-4C82-A2E2-88410EE847F5}" type="presParOf" srcId="{07A6A3DB-83E5-48EA-BACD-730D5350AE60}" destId="{1C109782-33E5-4CA5-99AB-122985E837BB}" srcOrd="0" destOrd="0" presId="urn:microsoft.com/office/officeart/2018/2/layout/IconLabelList"/>
    <dgm:cxn modelId="{C40AD4E2-D3E0-4E76-BB24-DBBB050038DC}" type="presParOf" srcId="{1C109782-33E5-4CA5-99AB-122985E837BB}" destId="{65A1F898-FD76-4587-8B26-103637343CEB}" srcOrd="0" destOrd="0" presId="urn:microsoft.com/office/officeart/2018/2/layout/IconLabelList"/>
    <dgm:cxn modelId="{FDC08BC9-8F05-4D30-8A0C-9B345F872812}" type="presParOf" srcId="{1C109782-33E5-4CA5-99AB-122985E837BB}" destId="{4194412E-34A4-4F42-8FE6-6B860B58377E}" srcOrd="1" destOrd="0" presId="urn:microsoft.com/office/officeart/2018/2/layout/IconLabelList"/>
    <dgm:cxn modelId="{B66F9776-8718-4BCF-9CFA-CE4503FC9125}" type="presParOf" srcId="{1C109782-33E5-4CA5-99AB-122985E837BB}" destId="{A87366A1-95A8-4A6E-AFFC-FB315F9A84A7}" srcOrd="2" destOrd="0" presId="urn:microsoft.com/office/officeart/2018/2/layout/IconLabelList"/>
    <dgm:cxn modelId="{085AF1E9-04EC-461A-8D30-FBADA3BF9B53}" type="presParOf" srcId="{07A6A3DB-83E5-48EA-BACD-730D5350AE60}" destId="{F48CE2A4-3E40-43A2-A8BC-E82BD05E7AED}" srcOrd="1" destOrd="0" presId="urn:microsoft.com/office/officeart/2018/2/layout/IconLabelList"/>
    <dgm:cxn modelId="{E42A5613-753A-4E11-A467-1FD8278790D0}" type="presParOf" srcId="{07A6A3DB-83E5-48EA-BACD-730D5350AE60}" destId="{12DAC870-630D-47D6-9943-EA2FED1F011F}" srcOrd="2" destOrd="0" presId="urn:microsoft.com/office/officeart/2018/2/layout/IconLabelList"/>
    <dgm:cxn modelId="{7AD37B74-4516-4BB8-AAA5-A516983C4C2C}" type="presParOf" srcId="{12DAC870-630D-47D6-9943-EA2FED1F011F}" destId="{C465366C-FC8C-4EC3-87CB-BF1DA5B1EA2E}" srcOrd="0" destOrd="0" presId="urn:microsoft.com/office/officeart/2018/2/layout/IconLabelList"/>
    <dgm:cxn modelId="{F987A1AB-D607-4D9F-B70C-FBC56B712271}" type="presParOf" srcId="{12DAC870-630D-47D6-9943-EA2FED1F011F}" destId="{7FF7EFDC-84DF-4DE9-A9F5-8B75D2895805}" srcOrd="1" destOrd="0" presId="urn:microsoft.com/office/officeart/2018/2/layout/IconLabelList"/>
    <dgm:cxn modelId="{32C1347A-349F-4972-A332-65FECDBD535B}" type="presParOf" srcId="{12DAC870-630D-47D6-9943-EA2FED1F011F}" destId="{66CDADEC-084D-422E-B697-8D1B435FD7DB}" srcOrd="2" destOrd="0" presId="urn:microsoft.com/office/officeart/2018/2/layout/IconLabelList"/>
    <dgm:cxn modelId="{CF462C37-05B1-4C9F-9FB4-2BC11670FF7B}" type="presParOf" srcId="{07A6A3DB-83E5-48EA-BACD-730D5350AE60}" destId="{ECAFA3AE-03A5-425C-922D-C19118414F46}" srcOrd="3" destOrd="0" presId="urn:microsoft.com/office/officeart/2018/2/layout/IconLabelList"/>
    <dgm:cxn modelId="{1F590C42-14DA-4D49-99DC-CE583D57E546}" type="presParOf" srcId="{07A6A3DB-83E5-48EA-BACD-730D5350AE60}" destId="{53B3F49D-AB89-47EC-A2AF-CE4E9C5A315E}" srcOrd="4" destOrd="0" presId="urn:microsoft.com/office/officeart/2018/2/layout/IconLabelList"/>
    <dgm:cxn modelId="{BA276F73-288D-4DBC-B963-F832EC7F659D}" type="presParOf" srcId="{53B3F49D-AB89-47EC-A2AF-CE4E9C5A315E}" destId="{A30E1DC1-F8E0-4BEC-8DBF-9CB0CBCBCA44}" srcOrd="0" destOrd="0" presId="urn:microsoft.com/office/officeart/2018/2/layout/IconLabelList"/>
    <dgm:cxn modelId="{8F727096-9C6C-4FC3-A8E5-0C7145B7CF27}" type="presParOf" srcId="{53B3F49D-AB89-47EC-A2AF-CE4E9C5A315E}" destId="{B5EED08C-72F1-4EF0-B3FD-0B92BEE02A44}" srcOrd="1" destOrd="0" presId="urn:microsoft.com/office/officeart/2018/2/layout/IconLabelList"/>
    <dgm:cxn modelId="{560EFDEA-A064-4E52-8EE0-2B51C418CFEA}" type="presParOf" srcId="{53B3F49D-AB89-47EC-A2AF-CE4E9C5A315E}" destId="{27C4AB03-3305-4466-A0EC-39C36B1768E4}" srcOrd="2" destOrd="0" presId="urn:microsoft.com/office/officeart/2018/2/layout/IconLabelList"/>
    <dgm:cxn modelId="{11ABF0F8-7313-4979-8128-4C42DB436179}" type="presParOf" srcId="{07A6A3DB-83E5-48EA-BACD-730D5350AE60}" destId="{36F7C71A-FF14-4FE2-A7F3-E3A06C21A400}" srcOrd="5" destOrd="0" presId="urn:microsoft.com/office/officeart/2018/2/layout/IconLabelList"/>
    <dgm:cxn modelId="{8A231DC9-ACFF-4219-AD36-3210169DF0EF}" type="presParOf" srcId="{07A6A3DB-83E5-48EA-BACD-730D5350AE60}" destId="{311C3B4A-EC4A-495C-965A-2CBD9E03FE93}" srcOrd="6" destOrd="0" presId="urn:microsoft.com/office/officeart/2018/2/layout/IconLabelList"/>
    <dgm:cxn modelId="{A951E9C8-E72C-4A28-99FE-37CB24701E29}" type="presParOf" srcId="{311C3B4A-EC4A-495C-965A-2CBD9E03FE93}" destId="{CA8F19F7-C374-4C7A-9B80-D43BCA05ECE3}" srcOrd="0" destOrd="0" presId="urn:microsoft.com/office/officeart/2018/2/layout/IconLabelList"/>
    <dgm:cxn modelId="{F0F21F64-87F7-469D-A838-C1CD618924A3}" type="presParOf" srcId="{311C3B4A-EC4A-495C-965A-2CBD9E03FE93}" destId="{5CF7F387-403F-4A91-BE14-E131A4C3FB4A}" srcOrd="1" destOrd="0" presId="urn:microsoft.com/office/officeart/2018/2/layout/IconLabelList"/>
    <dgm:cxn modelId="{F10D3367-07C3-4B1B-9A03-2C5E5377FBCC}" type="presParOf" srcId="{311C3B4A-EC4A-495C-965A-2CBD9E03FE93}" destId="{5168F24D-CD94-493A-95B0-B7C66AE8952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928A19-07F0-4C03-9517-45106588BD2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9ECF64-FDDD-466D-98ED-05F3C7E6BC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Predictive Maintenance: Use LSTM models to forecast equipment failures.</a:t>
          </a:r>
        </a:p>
      </dgm:t>
    </dgm:pt>
    <dgm:pt modelId="{5A9AC4E8-5BA7-4FBE-8ABD-4A631F8A3644}" type="parTrans" cxnId="{FB396D23-B8BF-4CEA-B8F7-E10EBD7C2FE9}">
      <dgm:prSet/>
      <dgm:spPr/>
      <dgm:t>
        <a:bodyPr/>
        <a:lstStyle/>
        <a:p>
          <a:endParaRPr lang="en-US"/>
        </a:p>
      </dgm:t>
    </dgm:pt>
    <dgm:pt modelId="{5A19FA80-A62C-47FD-BB17-75C59BA49A17}" type="sibTrans" cxnId="{FB396D23-B8BF-4CEA-B8F7-E10EBD7C2FE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EB62CC0-6923-48FB-96E0-4C36FEF84A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Energy Optimization: Apply reinforcement learning for dynamic adjustments.</a:t>
          </a:r>
        </a:p>
      </dgm:t>
    </dgm:pt>
    <dgm:pt modelId="{8C703972-A804-43BC-BE1E-FF29A431B151}" type="parTrans" cxnId="{6855C50D-1208-4BA7-BC90-E9EEBADEA11A}">
      <dgm:prSet/>
      <dgm:spPr/>
      <dgm:t>
        <a:bodyPr/>
        <a:lstStyle/>
        <a:p>
          <a:endParaRPr lang="en-US"/>
        </a:p>
      </dgm:t>
    </dgm:pt>
    <dgm:pt modelId="{26515AB6-BD41-45C7-95F3-6D5E85FECA7B}" type="sibTrans" cxnId="{6855C50D-1208-4BA7-BC90-E9EEBADEA11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A1F9F25-7370-4D84-914C-5DBDD9F542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Emission Monitoring: Use Random Forest for real-time tracking and reduction.</a:t>
          </a:r>
        </a:p>
      </dgm:t>
    </dgm:pt>
    <dgm:pt modelId="{84A11EC3-4931-471A-9EC1-C62D9E8C23D3}" type="parTrans" cxnId="{EEE95952-D235-4F02-AAE4-A2AA263A813C}">
      <dgm:prSet/>
      <dgm:spPr/>
      <dgm:t>
        <a:bodyPr/>
        <a:lstStyle/>
        <a:p>
          <a:endParaRPr lang="en-US"/>
        </a:p>
      </dgm:t>
    </dgm:pt>
    <dgm:pt modelId="{EF693E4D-3117-470D-B056-E9C50EDCEAAF}" type="sibTrans" cxnId="{EEE95952-D235-4F02-AAE4-A2AA263A813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FC0A4A3-C650-42BD-9060-A21DB8A954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4. Integrated Data Platform: Centralize analytics and reporting.</a:t>
          </a:r>
        </a:p>
      </dgm:t>
    </dgm:pt>
    <dgm:pt modelId="{5362CD2B-EB5E-4D50-AF4C-FCA26457822B}" type="parTrans" cxnId="{67FA6468-AE62-4CA9-A2F7-A187F332D763}">
      <dgm:prSet/>
      <dgm:spPr/>
      <dgm:t>
        <a:bodyPr/>
        <a:lstStyle/>
        <a:p>
          <a:endParaRPr lang="en-US"/>
        </a:p>
      </dgm:t>
    </dgm:pt>
    <dgm:pt modelId="{7E9492FF-9F11-4055-8479-3A8755CBB1F1}" type="sibTrans" cxnId="{67FA6468-AE62-4CA9-A2F7-A187F332D763}">
      <dgm:prSet/>
      <dgm:spPr/>
      <dgm:t>
        <a:bodyPr/>
        <a:lstStyle/>
        <a:p>
          <a:endParaRPr lang="en-US"/>
        </a:p>
      </dgm:t>
    </dgm:pt>
    <dgm:pt modelId="{FE1CE0D2-89F4-48FE-A83C-C747BAD72150}" type="pres">
      <dgm:prSet presAssocID="{7E928A19-07F0-4C03-9517-45106588BD28}" presName="root" presStyleCnt="0">
        <dgm:presLayoutVars>
          <dgm:dir/>
          <dgm:resizeHandles val="exact"/>
        </dgm:presLayoutVars>
      </dgm:prSet>
      <dgm:spPr/>
    </dgm:pt>
    <dgm:pt modelId="{866DC23A-0591-4FEB-BABA-10835B4B7B1E}" type="pres">
      <dgm:prSet presAssocID="{7E928A19-07F0-4C03-9517-45106588BD28}" presName="container" presStyleCnt="0">
        <dgm:presLayoutVars>
          <dgm:dir/>
          <dgm:resizeHandles val="exact"/>
        </dgm:presLayoutVars>
      </dgm:prSet>
      <dgm:spPr/>
    </dgm:pt>
    <dgm:pt modelId="{16FA1DB8-4AE6-4F42-8F2B-95093CA335B9}" type="pres">
      <dgm:prSet presAssocID="{909ECF64-FDDD-466D-98ED-05F3C7E6BCE1}" presName="compNode" presStyleCnt="0"/>
      <dgm:spPr/>
    </dgm:pt>
    <dgm:pt modelId="{49BEFE9D-F51D-4DDA-92DB-DAB093F3D2FE}" type="pres">
      <dgm:prSet presAssocID="{909ECF64-FDDD-466D-98ED-05F3C7E6BCE1}" presName="iconBgRect" presStyleLbl="bgShp" presStyleIdx="0" presStyleCnt="4"/>
      <dgm:spPr/>
    </dgm:pt>
    <dgm:pt modelId="{0F1EBBBB-69CA-492C-A491-4D6024F2C7E5}" type="pres">
      <dgm:prSet presAssocID="{909ECF64-FDDD-466D-98ED-05F3C7E6BCE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mmable"/>
        </a:ext>
      </dgm:extLst>
    </dgm:pt>
    <dgm:pt modelId="{3D433A02-15A5-4C96-A965-6FF1A13CD392}" type="pres">
      <dgm:prSet presAssocID="{909ECF64-FDDD-466D-98ED-05F3C7E6BCE1}" presName="spaceRect" presStyleCnt="0"/>
      <dgm:spPr/>
    </dgm:pt>
    <dgm:pt modelId="{8ECA154E-E0F1-49A3-BF58-9E94331DC331}" type="pres">
      <dgm:prSet presAssocID="{909ECF64-FDDD-466D-98ED-05F3C7E6BCE1}" presName="textRect" presStyleLbl="revTx" presStyleIdx="0" presStyleCnt="4">
        <dgm:presLayoutVars>
          <dgm:chMax val="1"/>
          <dgm:chPref val="1"/>
        </dgm:presLayoutVars>
      </dgm:prSet>
      <dgm:spPr/>
    </dgm:pt>
    <dgm:pt modelId="{1897A661-CFF7-4541-B7FE-1711A8874052}" type="pres">
      <dgm:prSet presAssocID="{5A19FA80-A62C-47FD-BB17-75C59BA49A17}" presName="sibTrans" presStyleLbl="sibTrans2D1" presStyleIdx="0" presStyleCnt="0"/>
      <dgm:spPr/>
    </dgm:pt>
    <dgm:pt modelId="{7ED03056-4472-4FBD-8D33-DAF7F03B40AF}" type="pres">
      <dgm:prSet presAssocID="{7EB62CC0-6923-48FB-96E0-4C36FEF84A75}" presName="compNode" presStyleCnt="0"/>
      <dgm:spPr/>
    </dgm:pt>
    <dgm:pt modelId="{391E9149-D8BC-4042-BB43-55C98D1BAD22}" type="pres">
      <dgm:prSet presAssocID="{7EB62CC0-6923-48FB-96E0-4C36FEF84A75}" presName="iconBgRect" presStyleLbl="bgShp" presStyleIdx="1" presStyleCnt="4"/>
      <dgm:spPr/>
    </dgm:pt>
    <dgm:pt modelId="{8C3841D4-52D5-408B-BF17-696ED8B56CCB}" type="pres">
      <dgm:prSet presAssocID="{7EB62CC0-6923-48FB-96E0-4C36FEF84A7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A55467B6-F2F6-4553-B236-8C2D09CD6DE6}" type="pres">
      <dgm:prSet presAssocID="{7EB62CC0-6923-48FB-96E0-4C36FEF84A75}" presName="spaceRect" presStyleCnt="0"/>
      <dgm:spPr/>
    </dgm:pt>
    <dgm:pt modelId="{195E0FB2-F289-4775-B9BD-7C2F9D2AE932}" type="pres">
      <dgm:prSet presAssocID="{7EB62CC0-6923-48FB-96E0-4C36FEF84A75}" presName="textRect" presStyleLbl="revTx" presStyleIdx="1" presStyleCnt="4">
        <dgm:presLayoutVars>
          <dgm:chMax val="1"/>
          <dgm:chPref val="1"/>
        </dgm:presLayoutVars>
      </dgm:prSet>
      <dgm:spPr/>
    </dgm:pt>
    <dgm:pt modelId="{6A050F2E-A295-47AC-9885-3F988B542AD2}" type="pres">
      <dgm:prSet presAssocID="{26515AB6-BD41-45C7-95F3-6D5E85FECA7B}" presName="sibTrans" presStyleLbl="sibTrans2D1" presStyleIdx="0" presStyleCnt="0"/>
      <dgm:spPr/>
    </dgm:pt>
    <dgm:pt modelId="{F357D2E6-6E15-4E17-BC88-A6E13A9C4FCF}" type="pres">
      <dgm:prSet presAssocID="{EA1F9F25-7370-4D84-914C-5DBDD9F5422D}" presName="compNode" presStyleCnt="0"/>
      <dgm:spPr/>
    </dgm:pt>
    <dgm:pt modelId="{E9641777-17BC-43E0-986B-EF75BD8930D8}" type="pres">
      <dgm:prSet presAssocID="{EA1F9F25-7370-4D84-914C-5DBDD9F5422D}" presName="iconBgRect" presStyleLbl="bgShp" presStyleIdx="2" presStyleCnt="4"/>
      <dgm:spPr/>
    </dgm:pt>
    <dgm:pt modelId="{4D5E4236-153B-4941-818E-E7F10CC99EAE}" type="pres">
      <dgm:prSet presAssocID="{EA1F9F25-7370-4D84-914C-5DBDD9F542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1EE63D20-77CC-46DC-9BB5-6E5A370E5CE4}" type="pres">
      <dgm:prSet presAssocID="{EA1F9F25-7370-4D84-914C-5DBDD9F5422D}" presName="spaceRect" presStyleCnt="0"/>
      <dgm:spPr/>
    </dgm:pt>
    <dgm:pt modelId="{45767D59-9B9A-45E7-9237-A1AA58FBA23A}" type="pres">
      <dgm:prSet presAssocID="{EA1F9F25-7370-4D84-914C-5DBDD9F5422D}" presName="textRect" presStyleLbl="revTx" presStyleIdx="2" presStyleCnt="4">
        <dgm:presLayoutVars>
          <dgm:chMax val="1"/>
          <dgm:chPref val="1"/>
        </dgm:presLayoutVars>
      </dgm:prSet>
      <dgm:spPr/>
    </dgm:pt>
    <dgm:pt modelId="{B9C31126-AD44-4B70-A544-C30E8282AE0D}" type="pres">
      <dgm:prSet presAssocID="{EF693E4D-3117-470D-B056-E9C50EDCEAAF}" presName="sibTrans" presStyleLbl="sibTrans2D1" presStyleIdx="0" presStyleCnt="0"/>
      <dgm:spPr/>
    </dgm:pt>
    <dgm:pt modelId="{7C02F05B-E4F7-4609-9AC3-4437D1658341}" type="pres">
      <dgm:prSet presAssocID="{DFC0A4A3-C650-42BD-9060-A21DB8A954F6}" presName="compNode" presStyleCnt="0"/>
      <dgm:spPr/>
    </dgm:pt>
    <dgm:pt modelId="{0E221B13-E60E-4235-AAB7-A857C5F1D827}" type="pres">
      <dgm:prSet presAssocID="{DFC0A4A3-C650-42BD-9060-A21DB8A954F6}" presName="iconBgRect" presStyleLbl="bgShp" presStyleIdx="3" presStyleCnt="4"/>
      <dgm:spPr/>
    </dgm:pt>
    <dgm:pt modelId="{7D87D4A9-CE79-4E3B-8571-94F100D6BB75}" type="pres">
      <dgm:prSet presAssocID="{DFC0A4A3-C650-42BD-9060-A21DB8A954F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71BD751-E3FD-41CB-B084-EF62D82BBBED}" type="pres">
      <dgm:prSet presAssocID="{DFC0A4A3-C650-42BD-9060-A21DB8A954F6}" presName="spaceRect" presStyleCnt="0"/>
      <dgm:spPr/>
    </dgm:pt>
    <dgm:pt modelId="{858E57AA-8CC5-4E15-ADCF-E2B5C3AFE0E6}" type="pres">
      <dgm:prSet presAssocID="{DFC0A4A3-C650-42BD-9060-A21DB8A954F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BDE8903-E25D-4756-B054-B254CE9ADC61}" type="presOf" srcId="{909ECF64-FDDD-466D-98ED-05F3C7E6BCE1}" destId="{8ECA154E-E0F1-49A3-BF58-9E94331DC331}" srcOrd="0" destOrd="0" presId="urn:microsoft.com/office/officeart/2018/2/layout/IconCircleList"/>
    <dgm:cxn modelId="{6855C50D-1208-4BA7-BC90-E9EEBADEA11A}" srcId="{7E928A19-07F0-4C03-9517-45106588BD28}" destId="{7EB62CC0-6923-48FB-96E0-4C36FEF84A75}" srcOrd="1" destOrd="0" parTransId="{8C703972-A804-43BC-BE1E-FF29A431B151}" sibTransId="{26515AB6-BD41-45C7-95F3-6D5E85FECA7B}"/>
    <dgm:cxn modelId="{FB396D23-B8BF-4CEA-B8F7-E10EBD7C2FE9}" srcId="{7E928A19-07F0-4C03-9517-45106588BD28}" destId="{909ECF64-FDDD-466D-98ED-05F3C7E6BCE1}" srcOrd="0" destOrd="0" parTransId="{5A9AC4E8-5BA7-4FBE-8ABD-4A631F8A3644}" sibTransId="{5A19FA80-A62C-47FD-BB17-75C59BA49A17}"/>
    <dgm:cxn modelId="{5C771F3C-DBED-488F-AEC3-A6290781BBAB}" type="presOf" srcId="{5A19FA80-A62C-47FD-BB17-75C59BA49A17}" destId="{1897A661-CFF7-4541-B7FE-1711A8874052}" srcOrd="0" destOrd="0" presId="urn:microsoft.com/office/officeart/2018/2/layout/IconCircleList"/>
    <dgm:cxn modelId="{EEE95952-D235-4F02-AAE4-A2AA263A813C}" srcId="{7E928A19-07F0-4C03-9517-45106588BD28}" destId="{EA1F9F25-7370-4D84-914C-5DBDD9F5422D}" srcOrd="2" destOrd="0" parTransId="{84A11EC3-4931-471A-9EC1-C62D9E8C23D3}" sibTransId="{EF693E4D-3117-470D-B056-E9C50EDCEAAF}"/>
    <dgm:cxn modelId="{D3278B53-E59C-4512-8B5A-5E25EEA113D3}" type="presOf" srcId="{EA1F9F25-7370-4D84-914C-5DBDD9F5422D}" destId="{45767D59-9B9A-45E7-9237-A1AA58FBA23A}" srcOrd="0" destOrd="0" presId="urn:microsoft.com/office/officeart/2018/2/layout/IconCircleList"/>
    <dgm:cxn modelId="{2873EF58-CD53-420B-9DB1-E15A5C74E52A}" type="presOf" srcId="{7E928A19-07F0-4C03-9517-45106588BD28}" destId="{FE1CE0D2-89F4-48FE-A83C-C747BAD72150}" srcOrd="0" destOrd="0" presId="urn:microsoft.com/office/officeart/2018/2/layout/IconCircleList"/>
    <dgm:cxn modelId="{67FA6468-AE62-4CA9-A2F7-A187F332D763}" srcId="{7E928A19-07F0-4C03-9517-45106588BD28}" destId="{DFC0A4A3-C650-42BD-9060-A21DB8A954F6}" srcOrd="3" destOrd="0" parTransId="{5362CD2B-EB5E-4D50-AF4C-FCA26457822B}" sibTransId="{7E9492FF-9F11-4055-8479-3A8755CBB1F1}"/>
    <dgm:cxn modelId="{A0EC5A78-783A-466A-AEA2-B749EF90A355}" type="presOf" srcId="{7EB62CC0-6923-48FB-96E0-4C36FEF84A75}" destId="{195E0FB2-F289-4775-B9BD-7C2F9D2AE932}" srcOrd="0" destOrd="0" presId="urn:microsoft.com/office/officeart/2018/2/layout/IconCircleList"/>
    <dgm:cxn modelId="{F34B429E-DBF6-4F14-8DC5-83A98D8CB189}" type="presOf" srcId="{DFC0A4A3-C650-42BD-9060-A21DB8A954F6}" destId="{858E57AA-8CC5-4E15-ADCF-E2B5C3AFE0E6}" srcOrd="0" destOrd="0" presId="urn:microsoft.com/office/officeart/2018/2/layout/IconCircleList"/>
    <dgm:cxn modelId="{5F8DD0B3-54E5-4B2E-8349-BD137EA513FD}" type="presOf" srcId="{26515AB6-BD41-45C7-95F3-6D5E85FECA7B}" destId="{6A050F2E-A295-47AC-9885-3F988B542AD2}" srcOrd="0" destOrd="0" presId="urn:microsoft.com/office/officeart/2018/2/layout/IconCircleList"/>
    <dgm:cxn modelId="{AE9F2BBC-97A1-4F4C-B2C6-544CAA71D5CD}" type="presOf" srcId="{EF693E4D-3117-470D-B056-E9C50EDCEAAF}" destId="{B9C31126-AD44-4B70-A544-C30E8282AE0D}" srcOrd="0" destOrd="0" presId="urn:microsoft.com/office/officeart/2018/2/layout/IconCircleList"/>
    <dgm:cxn modelId="{EDB69BF1-2880-4B35-BEBA-D880D9470455}" type="presParOf" srcId="{FE1CE0D2-89F4-48FE-A83C-C747BAD72150}" destId="{866DC23A-0591-4FEB-BABA-10835B4B7B1E}" srcOrd="0" destOrd="0" presId="urn:microsoft.com/office/officeart/2018/2/layout/IconCircleList"/>
    <dgm:cxn modelId="{DA103857-AF1B-4E37-BE29-3824C6353778}" type="presParOf" srcId="{866DC23A-0591-4FEB-BABA-10835B4B7B1E}" destId="{16FA1DB8-4AE6-4F42-8F2B-95093CA335B9}" srcOrd="0" destOrd="0" presId="urn:microsoft.com/office/officeart/2018/2/layout/IconCircleList"/>
    <dgm:cxn modelId="{9EFCC486-D9EC-4260-B856-0AF2B7CC45D4}" type="presParOf" srcId="{16FA1DB8-4AE6-4F42-8F2B-95093CA335B9}" destId="{49BEFE9D-F51D-4DDA-92DB-DAB093F3D2FE}" srcOrd="0" destOrd="0" presId="urn:microsoft.com/office/officeart/2018/2/layout/IconCircleList"/>
    <dgm:cxn modelId="{A6FF890C-0508-4F56-BAD0-178561BBCDB7}" type="presParOf" srcId="{16FA1DB8-4AE6-4F42-8F2B-95093CA335B9}" destId="{0F1EBBBB-69CA-492C-A491-4D6024F2C7E5}" srcOrd="1" destOrd="0" presId="urn:microsoft.com/office/officeart/2018/2/layout/IconCircleList"/>
    <dgm:cxn modelId="{AA190A76-03B2-47BA-9F9A-B5604DE4042C}" type="presParOf" srcId="{16FA1DB8-4AE6-4F42-8F2B-95093CA335B9}" destId="{3D433A02-15A5-4C96-A965-6FF1A13CD392}" srcOrd="2" destOrd="0" presId="urn:microsoft.com/office/officeart/2018/2/layout/IconCircleList"/>
    <dgm:cxn modelId="{204545CC-6B68-4C72-93F4-E8BCEC15687B}" type="presParOf" srcId="{16FA1DB8-4AE6-4F42-8F2B-95093CA335B9}" destId="{8ECA154E-E0F1-49A3-BF58-9E94331DC331}" srcOrd="3" destOrd="0" presId="urn:microsoft.com/office/officeart/2018/2/layout/IconCircleList"/>
    <dgm:cxn modelId="{49BB7948-D23F-409F-A7AC-1B52DB068E25}" type="presParOf" srcId="{866DC23A-0591-4FEB-BABA-10835B4B7B1E}" destId="{1897A661-CFF7-4541-B7FE-1711A8874052}" srcOrd="1" destOrd="0" presId="urn:microsoft.com/office/officeart/2018/2/layout/IconCircleList"/>
    <dgm:cxn modelId="{C1F4188B-F819-4879-AECB-CCB09D9D4A79}" type="presParOf" srcId="{866DC23A-0591-4FEB-BABA-10835B4B7B1E}" destId="{7ED03056-4472-4FBD-8D33-DAF7F03B40AF}" srcOrd="2" destOrd="0" presId="urn:microsoft.com/office/officeart/2018/2/layout/IconCircleList"/>
    <dgm:cxn modelId="{2D862DC8-107D-4F67-A337-CC5FD691C763}" type="presParOf" srcId="{7ED03056-4472-4FBD-8D33-DAF7F03B40AF}" destId="{391E9149-D8BC-4042-BB43-55C98D1BAD22}" srcOrd="0" destOrd="0" presId="urn:microsoft.com/office/officeart/2018/2/layout/IconCircleList"/>
    <dgm:cxn modelId="{631E62FB-BDEE-474F-8676-B6D50C53CC41}" type="presParOf" srcId="{7ED03056-4472-4FBD-8D33-DAF7F03B40AF}" destId="{8C3841D4-52D5-408B-BF17-696ED8B56CCB}" srcOrd="1" destOrd="0" presId="urn:microsoft.com/office/officeart/2018/2/layout/IconCircleList"/>
    <dgm:cxn modelId="{7722402C-1EC4-4E4C-AA85-C097E04B5007}" type="presParOf" srcId="{7ED03056-4472-4FBD-8D33-DAF7F03B40AF}" destId="{A55467B6-F2F6-4553-B236-8C2D09CD6DE6}" srcOrd="2" destOrd="0" presId="urn:microsoft.com/office/officeart/2018/2/layout/IconCircleList"/>
    <dgm:cxn modelId="{E635A4A5-CB45-497A-8480-6B2DCA01556C}" type="presParOf" srcId="{7ED03056-4472-4FBD-8D33-DAF7F03B40AF}" destId="{195E0FB2-F289-4775-B9BD-7C2F9D2AE932}" srcOrd="3" destOrd="0" presId="urn:microsoft.com/office/officeart/2018/2/layout/IconCircleList"/>
    <dgm:cxn modelId="{46FAE387-C3A0-4ED9-B44A-3B3C1A501A99}" type="presParOf" srcId="{866DC23A-0591-4FEB-BABA-10835B4B7B1E}" destId="{6A050F2E-A295-47AC-9885-3F988B542AD2}" srcOrd="3" destOrd="0" presId="urn:microsoft.com/office/officeart/2018/2/layout/IconCircleList"/>
    <dgm:cxn modelId="{FADE2308-99FC-4F64-9E2B-B53DB164E5CA}" type="presParOf" srcId="{866DC23A-0591-4FEB-BABA-10835B4B7B1E}" destId="{F357D2E6-6E15-4E17-BC88-A6E13A9C4FCF}" srcOrd="4" destOrd="0" presId="urn:microsoft.com/office/officeart/2018/2/layout/IconCircleList"/>
    <dgm:cxn modelId="{7C15083A-8BFB-4EC5-A591-0B999DBACFB6}" type="presParOf" srcId="{F357D2E6-6E15-4E17-BC88-A6E13A9C4FCF}" destId="{E9641777-17BC-43E0-986B-EF75BD8930D8}" srcOrd="0" destOrd="0" presId="urn:microsoft.com/office/officeart/2018/2/layout/IconCircleList"/>
    <dgm:cxn modelId="{CC046219-D4E2-4602-92F2-833F4479EEE2}" type="presParOf" srcId="{F357D2E6-6E15-4E17-BC88-A6E13A9C4FCF}" destId="{4D5E4236-153B-4941-818E-E7F10CC99EAE}" srcOrd="1" destOrd="0" presId="urn:microsoft.com/office/officeart/2018/2/layout/IconCircleList"/>
    <dgm:cxn modelId="{A0B7CCEC-398E-464F-A9EB-89097E50ADCB}" type="presParOf" srcId="{F357D2E6-6E15-4E17-BC88-A6E13A9C4FCF}" destId="{1EE63D20-77CC-46DC-9BB5-6E5A370E5CE4}" srcOrd="2" destOrd="0" presId="urn:microsoft.com/office/officeart/2018/2/layout/IconCircleList"/>
    <dgm:cxn modelId="{CBB82646-9D29-436F-9329-29D5BB970BB9}" type="presParOf" srcId="{F357D2E6-6E15-4E17-BC88-A6E13A9C4FCF}" destId="{45767D59-9B9A-45E7-9237-A1AA58FBA23A}" srcOrd="3" destOrd="0" presId="urn:microsoft.com/office/officeart/2018/2/layout/IconCircleList"/>
    <dgm:cxn modelId="{4EF184F2-CA53-4949-A678-07F8B156B613}" type="presParOf" srcId="{866DC23A-0591-4FEB-BABA-10835B4B7B1E}" destId="{B9C31126-AD44-4B70-A544-C30E8282AE0D}" srcOrd="5" destOrd="0" presId="urn:microsoft.com/office/officeart/2018/2/layout/IconCircleList"/>
    <dgm:cxn modelId="{93493753-CBF7-4649-9C5F-3D572D69E427}" type="presParOf" srcId="{866DC23A-0591-4FEB-BABA-10835B4B7B1E}" destId="{7C02F05B-E4F7-4609-9AC3-4437D1658341}" srcOrd="6" destOrd="0" presId="urn:microsoft.com/office/officeart/2018/2/layout/IconCircleList"/>
    <dgm:cxn modelId="{C1FFDD4A-19BC-4A3A-9A45-B5F3ACB87DD5}" type="presParOf" srcId="{7C02F05B-E4F7-4609-9AC3-4437D1658341}" destId="{0E221B13-E60E-4235-AAB7-A857C5F1D827}" srcOrd="0" destOrd="0" presId="urn:microsoft.com/office/officeart/2018/2/layout/IconCircleList"/>
    <dgm:cxn modelId="{89D35C04-955E-4334-8D4E-BB5048E0C5E4}" type="presParOf" srcId="{7C02F05B-E4F7-4609-9AC3-4437D1658341}" destId="{7D87D4A9-CE79-4E3B-8571-94F100D6BB75}" srcOrd="1" destOrd="0" presId="urn:microsoft.com/office/officeart/2018/2/layout/IconCircleList"/>
    <dgm:cxn modelId="{059366C5-8775-4938-B1FF-4C5AB1A28FBE}" type="presParOf" srcId="{7C02F05B-E4F7-4609-9AC3-4437D1658341}" destId="{971BD751-E3FD-41CB-B084-EF62D82BBBED}" srcOrd="2" destOrd="0" presId="urn:microsoft.com/office/officeart/2018/2/layout/IconCircleList"/>
    <dgm:cxn modelId="{CAA1D303-EA7E-4E32-8563-8554702CAA45}" type="presParOf" srcId="{7C02F05B-E4F7-4609-9AC3-4437D1658341}" destId="{858E57AA-8CC5-4E15-ADCF-E2B5C3AFE0E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EB9996-6587-4B52-98E4-3A07FD7DE75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8635F29-2FE2-41A6-992F-0823FC0D7C71}">
      <dgm:prSet/>
      <dgm:spPr/>
      <dgm:t>
        <a:bodyPr/>
        <a:lstStyle/>
        <a:p>
          <a:r>
            <a:rPr lang="en-US"/>
            <a:t>Vistra Corp., in collaboration with McKinsey, implemented AI solutions to:</a:t>
          </a:r>
        </a:p>
      </dgm:t>
    </dgm:pt>
    <dgm:pt modelId="{F054628F-5953-4592-A430-532EBC1E1761}" type="parTrans" cxnId="{C1160018-01FE-4888-AAD9-F2F1404B6180}">
      <dgm:prSet/>
      <dgm:spPr/>
      <dgm:t>
        <a:bodyPr/>
        <a:lstStyle/>
        <a:p>
          <a:endParaRPr lang="en-US"/>
        </a:p>
      </dgm:t>
    </dgm:pt>
    <dgm:pt modelId="{E99B5888-7DED-48DB-8076-EB7CCDEBA895}" type="sibTrans" cxnId="{C1160018-01FE-4888-AAD9-F2F1404B6180}">
      <dgm:prSet/>
      <dgm:spPr/>
      <dgm:t>
        <a:bodyPr/>
        <a:lstStyle/>
        <a:p>
          <a:endParaRPr lang="en-US"/>
        </a:p>
      </dgm:t>
    </dgm:pt>
    <dgm:pt modelId="{2B3207B9-83D5-479E-BE87-93ECCC4A09EF}">
      <dgm:prSet/>
      <dgm:spPr/>
      <dgm:t>
        <a:bodyPr/>
        <a:lstStyle/>
        <a:p>
          <a:r>
            <a:rPr lang="en-US"/>
            <a:t>- Improve efficiency via Heat Rate Optimizer (HRO)</a:t>
          </a:r>
        </a:p>
      </dgm:t>
    </dgm:pt>
    <dgm:pt modelId="{0C32D9E0-9387-4B0F-90A2-312DC84A83DE}" type="parTrans" cxnId="{D94B66B2-42A4-4C11-9BD1-D72437465679}">
      <dgm:prSet/>
      <dgm:spPr/>
      <dgm:t>
        <a:bodyPr/>
        <a:lstStyle/>
        <a:p>
          <a:endParaRPr lang="en-US"/>
        </a:p>
      </dgm:t>
    </dgm:pt>
    <dgm:pt modelId="{A7209FF9-2422-469F-9208-524BBCE3A1B1}" type="sibTrans" cxnId="{D94B66B2-42A4-4C11-9BD1-D72437465679}">
      <dgm:prSet/>
      <dgm:spPr/>
      <dgm:t>
        <a:bodyPr/>
        <a:lstStyle/>
        <a:p>
          <a:endParaRPr lang="en-US"/>
        </a:p>
      </dgm:t>
    </dgm:pt>
    <dgm:pt modelId="{97869057-407B-44E1-8521-82D6C5571277}">
      <dgm:prSet/>
      <dgm:spPr/>
      <dgm:t>
        <a:bodyPr/>
        <a:lstStyle/>
        <a:p>
          <a:r>
            <a:rPr lang="en-US"/>
            <a:t>- Achieve $4.5M in annual savings</a:t>
          </a:r>
        </a:p>
      </dgm:t>
    </dgm:pt>
    <dgm:pt modelId="{786A75A7-EAD1-46FF-BE73-65A53DEC1C98}" type="parTrans" cxnId="{9C26F89C-249D-4CE2-B7BD-406FE25B9F4A}">
      <dgm:prSet/>
      <dgm:spPr/>
      <dgm:t>
        <a:bodyPr/>
        <a:lstStyle/>
        <a:p>
          <a:endParaRPr lang="en-US"/>
        </a:p>
      </dgm:t>
    </dgm:pt>
    <dgm:pt modelId="{90527C59-CB2A-444C-8F0C-21983F1C32D0}" type="sibTrans" cxnId="{9C26F89C-249D-4CE2-B7BD-406FE25B9F4A}">
      <dgm:prSet/>
      <dgm:spPr/>
      <dgm:t>
        <a:bodyPr/>
        <a:lstStyle/>
        <a:p>
          <a:endParaRPr lang="en-US"/>
        </a:p>
      </dgm:t>
    </dgm:pt>
    <dgm:pt modelId="{AEE04680-5CA7-420E-B87C-CD5FB722FEF0}">
      <dgm:prSet/>
      <dgm:spPr/>
      <dgm:t>
        <a:bodyPr/>
        <a:lstStyle/>
        <a:p>
          <a:r>
            <a:rPr lang="en-US"/>
            <a:t>- Reduce 340,000 tons of carbon emissions</a:t>
          </a:r>
        </a:p>
      </dgm:t>
    </dgm:pt>
    <dgm:pt modelId="{254B2908-D4AC-48A5-83D9-0CB490BC2EAC}" type="parTrans" cxnId="{D2B372CE-CBB0-4992-BF78-ED2BF97752DA}">
      <dgm:prSet/>
      <dgm:spPr/>
      <dgm:t>
        <a:bodyPr/>
        <a:lstStyle/>
        <a:p>
          <a:endParaRPr lang="en-US"/>
        </a:p>
      </dgm:t>
    </dgm:pt>
    <dgm:pt modelId="{E8EA36A9-A021-45B6-B868-1CB975F7FF2E}" type="sibTrans" cxnId="{D2B372CE-CBB0-4992-BF78-ED2BF97752DA}">
      <dgm:prSet/>
      <dgm:spPr/>
      <dgm:t>
        <a:bodyPr/>
        <a:lstStyle/>
        <a:p>
          <a:endParaRPr lang="en-US"/>
        </a:p>
      </dgm:t>
    </dgm:pt>
    <dgm:pt modelId="{C56E3A19-A2A7-4FFE-BF25-A8AF081E6940}">
      <dgm:prSet/>
      <dgm:spPr/>
      <dgm:t>
        <a:bodyPr/>
        <a:lstStyle/>
        <a:p>
          <a:r>
            <a:rPr lang="en-US"/>
            <a:t>HRO provided recommendations every 30 minutes for optimized operations.</a:t>
          </a:r>
        </a:p>
      </dgm:t>
    </dgm:pt>
    <dgm:pt modelId="{69889CB9-114D-4B75-A75B-DA1075975DE9}" type="parTrans" cxnId="{4F3CF057-CACC-49F7-B68C-36B9C33C3F85}">
      <dgm:prSet/>
      <dgm:spPr/>
      <dgm:t>
        <a:bodyPr/>
        <a:lstStyle/>
        <a:p>
          <a:endParaRPr lang="en-US"/>
        </a:p>
      </dgm:t>
    </dgm:pt>
    <dgm:pt modelId="{D205C471-51F2-4263-89A0-68C2BAF4A654}" type="sibTrans" cxnId="{4F3CF057-CACC-49F7-B68C-36B9C33C3F85}">
      <dgm:prSet/>
      <dgm:spPr/>
      <dgm:t>
        <a:bodyPr/>
        <a:lstStyle/>
        <a:p>
          <a:endParaRPr lang="en-US"/>
        </a:p>
      </dgm:t>
    </dgm:pt>
    <dgm:pt modelId="{046D0F90-3D0B-49A6-8780-D59921DC26E4}" type="pres">
      <dgm:prSet presAssocID="{15EB9996-6587-4B52-98E4-3A07FD7DE75C}" presName="root" presStyleCnt="0">
        <dgm:presLayoutVars>
          <dgm:dir/>
          <dgm:resizeHandles val="exact"/>
        </dgm:presLayoutVars>
      </dgm:prSet>
      <dgm:spPr/>
    </dgm:pt>
    <dgm:pt modelId="{CC288B78-B56B-4838-B525-CE5245ED2957}" type="pres">
      <dgm:prSet presAssocID="{68635F29-2FE2-41A6-992F-0823FC0D7C71}" presName="compNode" presStyleCnt="0"/>
      <dgm:spPr/>
    </dgm:pt>
    <dgm:pt modelId="{0682F0B5-CEC8-4DAC-B5D5-8054D6679DC4}" type="pres">
      <dgm:prSet presAssocID="{68635F29-2FE2-41A6-992F-0823FC0D7C71}" presName="bgRect" presStyleLbl="bgShp" presStyleIdx="0" presStyleCnt="5"/>
      <dgm:spPr/>
    </dgm:pt>
    <dgm:pt modelId="{D0D74817-1BAB-4D79-9B63-557BEEB61943}" type="pres">
      <dgm:prSet presAssocID="{68635F29-2FE2-41A6-992F-0823FC0D7C7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3CE91FE-8BCB-40FA-8576-BB3EB6A3A085}" type="pres">
      <dgm:prSet presAssocID="{68635F29-2FE2-41A6-992F-0823FC0D7C71}" presName="spaceRect" presStyleCnt="0"/>
      <dgm:spPr/>
    </dgm:pt>
    <dgm:pt modelId="{A0588E02-94E5-45A0-930B-6CAE45E80CEE}" type="pres">
      <dgm:prSet presAssocID="{68635F29-2FE2-41A6-992F-0823FC0D7C71}" presName="parTx" presStyleLbl="revTx" presStyleIdx="0" presStyleCnt="5">
        <dgm:presLayoutVars>
          <dgm:chMax val="0"/>
          <dgm:chPref val="0"/>
        </dgm:presLayoutVars>
      </dgm:prSet>
      <dgm:spPr/>
    </dgm:pt>
    <dgm:pt modelId="{02D779F9-6ED8-4ED3-8B99-8A60EA3CCFED}" type="pres">
      <dgm:prSet presAssocID="{E99B5888-7DED-48DB-8076-EB7CCDEBA895}" presName="sibTrans" presStyleCnt="0"/>
      <dgm:spPr/>
    </dgm:pt>
    <dgm:pt modelId="{FEFABC5D-1709-401D-8038-07A944463F82}" type="pres">
      <dgm:prSet presAssocID="{2B3207B9-83D5-479E-BE87-93ECCC4A09EF}" presName="compNode" presStyleCnt="0"/>
      <dgm:spPr/>
    </dgm:pt>
    <dgm:pt modelId="{EF4CC434-80F1-494E-A234-4415F0A0C851}" type="pres">
      <dgm:prSet presAssocID="{2B3207B9-83D5-479E-BE87-93ECCC4A09EF}" presName="bgRect" presStyleLbl="bgShp" presStyleIdx="1" presStyleCnt="5"/>
      <dgm:spPr/>
    </dgm:pt>
    <dgm:pt modelId="{10B63F6E-A8A9-40B0-BCBE-57536026BBDD}" type="pres">
      <dgm:prSet presAssocID="{2B3207B9-83D5-479E-BE87-93ECCC4A09E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7DD04E96-C40D-4BB7-AAFB-2E8FF01AF6C8}" type="pres">
      <dgm:prSet presAssocID="{2B3207B9-83D5-479E-BE87-93ECCC4A09EF}" presName="spaceRect" presStyleCnt="0"/>
      <dgm:spPr/>
    </dgm:pt>
    <dgm:pt modelId="{9ABCD6CA-EF86-48DC-8688-255180A1E99D}" type="pres">
      <dgm:prSet presAssocID="{2B3207B9-83D5-479E-BE87-93ECCC4A09EF}" presName="parTx" presStyleLbl="revTx" presStyleIdx="1" presStyleCnt="5">
        <dgm:presLayoutVars>
          <dgm:chMax val="0"/>
          <dgm:chPref val="0"/>
        </dgm:presLayoutVars>
      </dgm:prSet>
      <dgm:spPr/>
    </dgm:pt>
    <dgm:pt modelId="{CBE39135-5B58-4296-8491-9DFBBE8C4C99}" type="pres">
      <dgm:prSet presAssocID="{A7209FF9-2422-469F-9208-524BBCE3A1B1}" presName="sibTrans" presStyleCnt="0"/>
      <dgm:spPr/>
    </dgm:pt>
    <dgm:pt modelId="{3D4D54DD-35AA-4B7E-B6DA-43A2E7E2344E}" type="pres">
      <dgm:prSet presAssocID="{97869057-407B-44E1-8521-82D6C5571277}" presName="compNode" presStyleCnt="0"/>
      <dgm:spPr/>
    </dgm:pt>
    <dgm:pt modelId="{6ABB18D2-7AE3-4178-8DFF-AC9049B69016}" type="pres">
      <dgm:prSet presAssocID="{97869057-407B-44E1-8521-82D6C5571277}" presName="bgRect" presStyleLbl="bgShp" presStyleIdx="2" presStyleCnt="5"/>
      <dgm:spPr/>
    </dgm:pt>
    <dgm:pt modelId="{EB4B1191-E205-4D2D-AC7D-B3C3A91A3974}" type="pres">
      <dgm:prSet presAssocID="{97869057-407B-44E1-8521-82D6C557127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CFED5E06-31A4-4311-ABFF-1E94C34DEDBA}" type="pres">
      <dgm:prSet presAssocID="{97869057-407B-44E1-8521-82D6C5571277}" presName="spaceRect" presStyleCnt="0"/>
      <dgm:spPr/>
    </dgm:pt>
    <dgm:pt modelId="{86866D0A-8790-47E5-9C19-7FA599580D29}" type="pres">
      <dgm:prSet presAssocID="{97869057-407B-44E1-8521-82D6C5571277}" presName="parTx" presStyleLbl="revTx" presStyleIdx="2" presStyleCnt="5">
        <dgm:presLayoutVars>
          <dgm:chMax val="0"/>
          <dgm:chPref val="0"/>
        </dgm:presLayoutVars>
      </dgm:prSet>
      <dgm:spPr/>
    </dgm:pt>
    <dgm:pt modelId="{A80D8568-8450-4E25-9461-CE9883CF19BA}" type="pres">
      <dgm:prSet presAssocID="{90527C59-CB2A-444C-8F0C-21983F1C32D0}" presName="sibTrans" presStyleCnt="0"/>
      <dgm:spPr/>
    </dgm:pt>
    <dgm:pt modelId="{A8FF5CE2-0FB2-4707-BE73-A75FD52FB499}" type="pres">
      <dgm:prSet presAssocID="{AEE04680-5CA7-420E-B87C-CD5FB722FEF0}" presName="compNode" presStyleCnt="0"/>
      <dgm:spPr/>
    </dgm:pt>
    <dgm:pt modelId="{78437E05-CD86-418D-95F6-979C2E6BCD20}" type="pres">
      <dgm:prSet presAssocID="{AEE04680-5CA7-420E-B87C-CD5FB722FEF0}" presName="bgRect" presStyleLbl="bgShp" presStyleIdx="3" presStyleCnt="5"/>
      <dgm:spPr/>
    </dgm:pt>
    <dgm:pt modelId="{7F9548B0-00CA-4865-B567-16AD646B98DB}" type="pres">
      <dgm:prSet presAssocID="{AEE04680-5CA7-420E-B87C-CD5FB722FEF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4AFA358E-9C82-484F-89BB-2D77C1918E45}" type="pres">
      <dgm:prSet presAssocID="{AEE04680-5CA7-420E-B87C-CD5FB722FEF0}" presName="spaceRect" presStyleCnt="0"/>
      <dgm:spPr/>
    </dgm:pt>
    <dgm:pt modelId="{BD24DC2F-4FD0-48F0-9ED4-7ACA8475984E}" type="pres">
      <dgm:prSet presAssocID="{AEE04680-5CA7-420E-B87C-CD5FB722FEF0}" presName="parTx" presStyleLbl="revTx" presStyleIdx="3" presStyleCnt="5">
        <dgm:presLayoutVars>
          <dgm:chMax val="0"/>
          <dgm:chPref val="0"/>
        </dgm:presLayoutVars>
      </dgm:prSet>
      <dgm:spPr/>
    </dgm:pt>
    <dgm:pt modelId="{65EE5BDA-BE11-4B41-A6D7-7FDA7D53B244}" type="pres">
      <dgm:prSet presAssocID="{E8EA36A9-A021-45B6-B868-1CB975F7FF2E}" presName="sibTrans" presStyleCnt="0"/>
      <dgm:spPr/>
    </dgm:pt>
    <dgm:pt modelId="{44139C33-AF36-47BC-959D-EFFED94E23DE}" type="pres">
      <dgm:prSet presAssocID="{C56E3A19-A2A7-4FFE-BF25-A8AF081E6940}" presName="compNode" presStyleCnt="0"/>
      <dgm:spPr/>
    </dgm:pt>
    <dgm:pt modelId="{6878A915-C227-4969-A39A-BC61300F5ADD}" type="pres">
      <dgm:prSet presAssocID="{C56E3A19-A2A7-4FFE-BF25-A8AF081E6940}" presName="bgRect" presStyleLbl="bgShp" presStyleIdx="4" presStyleCnt="5"/>
      <dgm:spPr/>
    </dgm:pt>
    <dgm:pt modelId="{3AC5A0C9-CDF4-47CE-9A46-9DC9CEF2428F}" type="pres">
      <dgm:prSet presAssocID="{C56E3A19-A2A7-4FFE-BF25-A8AF081E694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F513B24-B09C-436B-9437-8A0365E22EB8}" type="pres">
      <dgm:prSet presAssocID="{C56E3A19-A2A7-4FFE-BF25-A8AF081E6940}" presName="spaceRect" presStyleCnt="0"/>
      <dgm:spPr/>
    </dgm:pt>
    <dgm:pt modelId="{87078DAA-ADC1-425D-B964-1E140046848E}" type="pres">
      <dgm:prSet presAssocID="{C56E3A19-A2A7-4FFE-BF25-A8AF081E694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63AEB0A-F633-47B0-A43A-8F6F62A42BFF}" type="presOf" srcId="{97869057-407B-44E1-8521-82D6C5571277}" destId="{86866D0A-8790-47E5-9C19-7FA599580D29}" srcOrd="0" destOrd="0" presId="urn:microsoft.com/office/officeart/2018/2/layout/IconVerticalSolidList"/>
    <dgm:cxn modelId="{C1160018-01FE-4888-AAD9-F2F1404B6180}" srcId="{15EB9996-6587-4B52-98E4-3A07FD7DE75C}" destId="{68635F29-2FE2-41A6-992F-0823FC0D7C71}" srcOrd="0" destOrd="0" parTransId="{F054628F-5953-4592-A430-532EBC1E1761}" sibTransId="{E99B5888-7DED-48DB-8076-EB7CCDEBA895}"/>
    <dgm:cxn modelId="{48372F1B-F763-41B0-AE1E-A64A941EA343}" type="presOf" srcId="{AEE04680-5CA7-420E-B87C-CD5FB722FEF0}" destId="{BD24DC2F-4FD0-48F0-9ED4-7ACA8475984E}" srcOrd="0" destOrd="0" presId="urn:microsoft.com/office/officeart/2018/2/layout/IconVerticalSolidList"/>
    <dgm:cxn modelId="{D912E533-2434-4D14-ABD1-50D81183105E}" type="presOf" srcId="{68635F29-2FE2-41A6-992F-0823FC0D7C71}" destId="{A0588E02-94E5-45A0-930B-6CAE45E80CEE}" srcOrd="0" destOrd="0" presId="urn:microsoft.com/office/officeart/2018/2/layout/IconVerticalSolidList"/>
    <dgm:cxn modelId="{5C0BB041-ACAE-48A6-AE89-89006C295C91}" type="presOf" srcId="{C56E3A19-A2A7-4FFE-BF25-A8AF081E6940}" destId="{87078DAA-ADC1-425D-B964-1E140046848E}" srcOrd="0" destOrd="0" presId="urn:microsoft.com/office/officeart/2018/2/layout/IconVerticalSolidList"/>
    <dgm:cxn modelId="{4F3CF057-CACC-49F7-B68C-36B9C33C3F85}" srcId="{15EB9996-6587-4B52-98E4-3A07FD7DE75C}" destId="{C56E3A19-A2A7-4FFE-BF25-A8AF081E6940}" srcOrd="4" destOrd="0" parTransId="{69889CB9-114D-4B75-A75B-DA1075975DE9}" sibTransId="{D205C471-51F2-4263-89A0-68C2BAF4A654}"/>
    <dgm:cxn modelId="{0DE22360-8649-465F-94E1-EA278E35D267}" type="presOf" srcId="{15EB9996-6587-4B52-98E4-3A07FD7DE75C}" destId="{046D0F90-3D0B-49A6-8780-D59921DC26E4}" srcOrd="0" destOrd="0" presId="urn:microsoft.com/office/officeart/2018/2/layout/IconVerticalSolidList"/>
    <dgm:cxn modelId="{9C26F89C-249D-4CE2-B7BD-406FE25B9F4A}" srcId="{15EB9996-6587-4B52-98E4-3A07FD7DE75C}" destId="{97869057-407B-44E1-8521-82D6C5571277}" srcOrd="2" destOrd="0" parTransId="{786A75A7-EAD1-46FF-BE73-65A53DEC1C98}" sibTransId="{90527C59-CB2A-444C-8F0C-21983F1C32D0}"/>
    <dgm:cxn modelId="{1D69EFA0-01BA-4E9F-895E-4F3D6BBE1E1F}" type="presOf" srcId="{2B3207B9-83D5-479E-BE87-93ECCC4A09EF}" destId="{9ABCD6CA-EF86-48DC-8688-255180A1E99D}" srcOrd="0" destOrd="0" presId="urn:microsoft.com/office/officeart/2018/2/layout/IconVerticalSolidList"/>
    <dgm:cxn modelId="{D94B66B2-42A4-4C11-9BD1-D72437465679}" srcId="{15EB9996-6587-4B52-98E4-3A07FD7DE75C}" destId="{2B3207B9-83D5-479E-BE87-93ECCC4A09EF}" srcOrd="1" destOrd="0" parTransId="{0C32D9E0-9387-4B0F-90A2-312DC84A83DE}" sibTransId="{A7209FF9-2422-469F-9208-524BBCE3A1B1}"/>
    <dgm:cxn modelId="{D2B372CE-CBB0-4992-BF78-ED2BF97752DA}" srcId="{15EB9996-6587-4B52-98E4-3A07FD7DE75C}" destId="{AEE04680-5CA7-420E-B87C-CD5FB722FEF0}" srcOrd="3" destOrd="0" parTransId="{254B2908-D4AC-48A5-83D9-0CB490BC2EAC}" sibTransId="{E8EA36A9-A021-45B6-B868-1CB975F7FF2E}"/>
    <dgm:cxn modelId="{6B954B7A-7780-48D2-B46F-2890DC753864}" type="presParOf" srcId="{046D0F90-3D0B-49A6-8780-D59921DC26E4}" destId="{CC288B78-B56B-4838-B525-CE5245ED2957}" srcOrd="0" destOrd="0" presId="urn:microsoft.com/office/officeart/2018/2/layout/IconVerticalSolidList"/>
    <dgm:cxn modelId="{5FE14614-4F54-4DDB-929B-2A2CDE3592B3}" type="presParOf" srcId="{CC288B78-B56B-4838-B525-CE5245ED2957}" destId="{0682F0B5-CEC8-4DAC-B5D5-8054D6679DC4}" srcOrd="0" destOrd="0" presId="urn:microsoft.com/office/officeart/2018/2/layout/IconVerticalSolidList"/>
    <dgm:cxn modelId="{F50B4DD7-DEF9-451B-BC08-3298F1F3FF08}" type="presParOf" srcId="{CC288B78-B56B-4838-B525-CE5245ED2957}" destId="{D0D74817-1BAB-4D79-9B63-557BEEB61943}" srcOrd="1" destOrd="0" presId="urn:microsoft.com/office/officeart/2018/2/layout/IconVerticalSolidList"/>
    <dgm:cxn modelId="{B3FF90B3-BB72-45C3-89F7-B952073A6E65}" type="presParOf" srcId="{CC288B78-B56B-4838-B525-CE5245ED2957}" destId="{D3CE91FE-8BCB-40FA-8576-BB3EB6A3A085}" srcOrd="2" destOrd="0" presId="urn:microsoft.com/office/officeart/2018/2/layout/IconVerticalSolidList"/>
    <dgm:cxn modelId="{0D90EA5E-D975-4A64-A284-5E705F7EEB04}" type="presParOf" srcId="{CC288B78-B56B-4838-B525-CE5245ED2957}" destId="{A0588E02-94E5-45A0-930B-6CAE45E80CEE}" srcOrd="3" destOrd="0" presId="urn:microsoft.com/office/officeart/2018/2/layout/IconVerticalSolidList"/>
    <dgm:cxn modelId="{FDB69047-A778-4562-8416-E065B5849686}" type="presParOf" srcId="{046D0F90-3D0B-49A6-8780-D59921DC26E4}" destId="{02D779F9-6ED8-4ED3-8B99-8A60EA3CCFED}" srcOrd="1" destOrd="0" presId="urn:microsoft.com/office/officeart/2018/2/layout/IconVerticalSolidList"/>
    <dgm:cxn modelId="{8B5081A8-4594-4460-B8C8-3ACD7483AB66}" type="presParOf" srcId="{046D0F90-3D0B-49A6-8780-D59921DC26E4}" destId="{FEFABC5D-1709-401D-8038-07A944463F82}" srcOrd="2" destOrd="0" presId="urn:microsoft.com/office/officeart/2018/2/layout/IconVerticalSolidList"/>
    <dgm:cxn modelId="{8C298FC6-7CCC-4BFF-BF34-4D2E9826E59A}" type="presParOf" srcId="{FEFABC5D-1709-401D-8038-07A944463F82}" destId="{EF4CC434-80F1-494E-A234-4415F0A0C851}" srcOrd="0" destOrd="0" presId="urn:microsoft.com/office/officeart/2018/2/layout/IconVerticalSolidList"/>
    <dgm:cxn modelId="{F67A13DB-5824-4E65-8FDC-E77E85501DC5}" type="presParOf" srcId="{FEFABC5D-1709-401D-8038-07A944463F82}" destId="{10B63F6E-A8A9-40B0-BCBE-57536026BBDD}" srcOrd="1" destOrd="0" presId="urn:microsoft.com/office/officeart/2018/2/layout/IconVerticalSolidList"/>
    <dgm:cxn modelId="{D3141B49-7450-459E-B4AA-5EEDFD4CE9A6}" type="presParOf" srcId="{FEFABC5D-1709-401D-8038-07A944463F82}" destId="{7DD04E96-C40D-4BB7-AAFB-2E8FF01AF6C8}" srcOrd="2" destOrd="0" presId="urn:microsoft.com/office/officeart/2018/2/layout/IconVerticalSolidList"/>
    <dgm:cxn modelId="{814ED39D-CE8D-4CB1-A6D5-F82D0DFBF904}" type="presParOf" srcId="{FEFABC5D-1709-401D-8038-07A944463F82}" destId="{9ABCD6CA-EF86-48DC-8688-255180A1E99D}" srcOrd="3" destOrd="0" presId="urn:microsoft.com/office/officeart/2018/2/layout/IconVerticalSolidList"/>
    <dgm:cxn modelId="{9DD841D5-F413-499C-AE74-610848BD3B2E}" type="presParOf" srcId="{046D0F90-3D0B-49A6-8780-D59921DC26E4}" destId="{CBE39135-5B58-4296-8491-9DFBBE8C4C99}" srcOrd="3" destOrd="0" presId="urn:microsoft.com/office/officeart/2018/2/layout/IconVerticalSolidList"/>
    <dgm:cxn modelId="{6EEF8AA2-BDB2-40AC-A6CB-F484D1F6E45D}" type="presParOf" srcId="{046D0F90-3D0B-49A6-8780-D59921DC26E4}" destId="{3D4D54DD-35AA-4B7E-B6DA-43A2E7E2344E}" srcOrd="4" destOrd="0" presId="urn:microsoft.com/office/officeart/2018/2/layout/IconVerticalSolidList"/>
    <dgm:cxn modelId="{1DDE4357-BFC3-4FD1-8067-CB856DDF8791}" type="presParOf" srcId="{3D4D54DD-35AA-4B7E-B6DA-43A2E7E2344E}" destId="{6ABB18D2-7AE3-4178-8DFF-AC9049B69016}" srcOrd="0" destOrd="0" presId="urn:microsoft.com/office/officeart/2018/2/layout/IconVerticalSolidList"/>
    <dgm:cxn modelId="{7D76E2FE-DFCA-405F-8D62-88BEC7C2FB82}" type="presParOf" srcId="{3D4D54DD-35AA-4B7E-B6DA-43A2E7E2344E}" destId="{EB4B1191-E205-4D2D-AC7D-B3C3A91A3974}" srcOrd="1" destOrd="0" presId="urn:microsoft.com/office/officeart/2018/2/layout/IconVerticalSolidList"/>
    <dgm:cxn modelId="{4E7E3A5B-FBFF-4A7A-932A-E3112D0849FB}" type="presParOf" srcId="{3D4D54DD-35AA-4B7E-B6DA-43A2E7E2344E}" destId="{CFED5E06-31A4-4311-ABFF-1E94C34DEDBA}" srcOrd="2" destOrd="0" presId="urn:microsoft.com/office/officeart/2018/2/layout/IconVerticalSolidList"/>
    <dgm:cxn modelId="{FF365726-EE1D-41D4-AFAD-625D02759BFE}" type="presParOf" srcId="{3D4D54DD-35AA-4B7E-B6DA-43A2E7E2344E}" destId="{86866D0A-8790-47E5-9C19-7FA599580D29}" srcOrd="3" destOrd="0" presId="urn:microsoft.com/office/officeart/2018/2/layout/IconVerticalSolidList"/>
    <dgm:cxn modelId="{4E360F7D-E6A8-4E85-B47A-C7C230EB4AFB}" type="presParOf" srcId="{046D0F90-3D0B-49A6-8780-D59921DC26E4}" destId="{A80D8568-8450-4E25-9461-CE9883CF19BA}" srcOrd="5" destOrd="0" presId="urn:microsoft.com/office/officeart/2018/2/layout/IconVerticalSolidList"/>
    <dgm:cxn modelId="{D6B23009-9C87-4D43-925F-D5624048461B}" type="presParOf" srcId="{046D0F90-3D0B-49A6-8780-D59921DC26E4}" destId="{A8FF5CE2-0FB2-4707-BE73-A75FD52FB499}" srcOrd="6" destOrd="0" presId="urn:microsoft.com/office/officeart/2018/2/layout/IconVerticalSolidList"/>
    <dgm:cxn modelId="{5267F10A-6998-45A8-AE74-58AE150BF5F4}" type="presParOf" srcId="{A8FF5CE2-0FB2-4707-BE73-A75FD52FB499}" destId="{78437E05-CD86-418D-95F6-979C2E6BCD20}" srcOrd="0" destOrd="0" presId="urn:microsoft.com/office/officeart/2018/2/layout/IconVerticalSolidList"/>
    <dgm:cxn modelId="{456F2C59-7590-4003-82A4-5886A68B83AD}" type="presParOf" srcId="{A8FF5CE2-0FB2-4707-BE73-A75FD52FB499}" destId="{7F9548B0-00CA-4865-B567-16AD646B98DB}" srcOrd="1" destOrd="0" presId="urn:microsoft.com/office/officeart/2018/2/layout/IconVerticalSolidList"/>
    <dgm:cxn modelId="{D2E4E002-1E80-4428-AA1D-6AA0C6F281B2}" type="presParOf" srcId="{A8FF5CE2-0FB2-4707-BE73-A75FD52FB499}" destId="{4AFA358E-9C82-484F-89BB-2D77C1918E45}" srcOrd="2" destOrd="0" presId="urn:microsoft.com/office/officeart/2018/2/layout/IconVerticalSolidList"/>
    <dgm:cxn modelId="{11F9A033-6589-4D76-B81C-03CBDE8EC516}" type="presParOf" srcId="{A8FF5CE2-0FB2-4707-BE73-A75FD52FB499}" destId="{BD24DC2F-4FD0-48F0-9ED4-7ACA8475984E}" srcOrd="3" destOrd="0" presId="urn:microsoft.com/office/officeart/2018/2/layout/IconVerticalSolidList"/>
    <dgm:cxn modelId="{57DD16D2-5855-4B80-8EB6-33BF7380DA0A}" type="presParOf" srcId="{046D0F90-3D0B-49A6-8780-D59921DC26E4}" destId="{65EE5BDA-BE11-4B41-A6D7-7FDA7D53B244}" srcOrd="7" destOrd="0" presId="urn:microsoft.com/office/officeart/2018/2/layout/IconVerticalSolidList"/>
    <dgm:cxn modelId="{DFE77A43-5725-4717-AF08-7582E3AF4781}" type="presParOf" srcId="{046D0F90-3D0B-49A6-8780-D59921DC26E4}" destId="{44139C33-AF36-47BC-959D-EFFED94E23DE}" srcOrd="8" destOrd="0" presId="urn:microsoft.com/office/officeart/2018/2/layout/IconVerticalSolidList"/>
    <dgm:cxn modelId="{8E954EC0-5375-45AE-8191-52AC3EB9A21D}" type="presParOf" srcId="{44139C33-AF36-47BC-959D-EFFED94E23DE}" destId="{6878A915-C227-4969-A39A-BC61300F5ADD}" srcOrd="0" destOrd="0" presId="urn:microsoft.com/office/officeart/2018/2/layout/IconVerticalSolidList"/>
    <dgm:cxn modelId="{4EC45783-5D97-4E9A-B5A1-43C2C5F65121}" type="presParOf" srcId="{44139C33-AF36-47BC-959D-EFFED94E23DE}" destId="{3AC5A0C9-CDF4-47CE-9A46-9DC9CEF2428F}" srcOrd="1" destOrd="0" presId="urn:microsoft.com/office/officeart/2018/2/layout/IconVerticalSolidList"/>
    <dgm:cxn modelId="{2314D4B1-3F48-4439-A123-A58C79811BFD}" type="presParOf" srcId="{44139C33-AF36-47BC-959D-EFFED94E23DE}" destId="{FF513B24-B09C-436B-9437-8A0365E22EB8}" srcOrd="2" destOrd="0" presId="urn:microsoft.com/office/officeart/2018/2/layout/IconVerticalSolidList"/>
    <dgm:cxn modelId="{360E31C4-C455-444C-86C1-D00F1EC9989B}" type="presParOf" srcId="{44139C33-AF36-47BC-959D-EFFED94E23DE}" destId="{87078DAA-ADC1-425D-B964-1E14004684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476E7C-0273-4F5B-A51A-F151DEB676C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1E0320C-D365-48DF-B170-2628272404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1: Assessment and Planning</a:t>
          </a:r>
        </a:p>
      </dgm:t>
    </dgm:pt>
    <dgm:pt modelId="{BC73CE11-4C2C-417C-B924-23509E146B44}" type="parTrans" cxnId="{DAD22A21-88A0-4C51-A392-5C882DDBB940}">
      <dgm:prSet/>
      <dgm:spPr/>
      <dgm:t>
        <a:bodyPr/>
        <a:lstStyle/>
        <a:p>
          <a:endParaRPr lang="en-US"/>
        </a:p>
      </dgm:t>
    </dgm:pt>
    <dgm:pt modelId="{8C0A50D9-DC4B-4291-AA2C-B7CB0B4DC2CE}" type="sibTrans" cxnId="{DAD22A21-88A0-4C51-A392-5C882DDBB940}">
      <dgm:prSet/>
      <dgm:spPr/>
      <dgm:t>
        <a:bodyPr/>
        <a:lstStyle/>
        <a:p>
          <a:endParaRPr lang="en-US"/>
        </a:p>
      </dgm:t>
    </dgm:pt>
    <dgm:pt modelId="{3AE37F82-9257-4521-8A41-8F8DAB8786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Evaluate current operations and data infrastructure.</a:t>
          </a:r>
        </a:p>
      </dgm:t>
    </dgm:pt>
    <dgm:pt modelId="{BF4E47D7-09FB-477B-A3EF-143A31B4AF97}" type="parTrans" cxnId="{E01EB30B-E09B-493C-B584-0ADF16713D85}">
      <dgm:prSet/>
      <dgm:spPr/>
      <dgm:t>
        <a:bodyPr/>
        <a:lstStyle/>
        <a:p>
          <a:endParaRPr lang="en-US"/>
        </a:p>
      </dgm:t>
    </dgm:pt>
    <dgm:pt modelId="{7C2593F7-745C-4BDA-AC8C-97255C1A8B0C}" type="sibTrans" cxnId="{E01EB30B-E09B-493C-B584-0ADF16713D85}">
      <dgm:prSet/>
      <dgm:spPr/>
      <dgm:t>
        <a:bodyPr/>
        <a:lstStyle/>
        <a:p>
          <a:endParaRPr lang="en-US"/>
        </a:p>
      </dgm:t>
    </dgm:pt>
    <dgm:pt modelId="{74965761-AA89-4B57-BA34-567E54162B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2: Data Collection and Integration</a:t>
          </a:r>
        </a:p>
      </dgm:t>
    </dgm:pt>
    <dgm:pt modelId="{E97A98EE-1037-4A2B-98D2-6E6046859810}" type="parTrans" cxnId="{9F54BD78-A47A-448F-BA38-4E7D64FA8094}">
      <dgm:prSet/>
      <dgm:spPr/>
      <dgm:t>
        <a:bodyPr/>
        <a:lstStyle/>
        <a:p>
          <a:endParaRPr lang="en-US"/>
        </a:p>
      </dgm:t>
    </dgm:pt>
    <dgm:pt modelId="{194000C2-4FA8-4B98-9687-21C9E8CB5ECC}" type="sibTrans" cxnId="{9F54BD78-A47A-448F-BA38-4E7D64FA8094}">
      <dgm:prSet/>
      <dgm:spPr/>
      <dgm:t>
        <a:bodyPr/>
        <a:lstStyle/>
        <a:p>
          <a:endParaRPr lang="en-US"/>
        </a:p>
      </dgm:t>
    </dgm:pt>
    <dgm:pt modelId="{3B965CB8-EAFC-4060-B16C-172B3D1AAB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Deploy sensors and build a unified data platform.</a:t>
          </a:r>
        </a:p>
      </dgm:t>
    </dgm:pt>
    <dgm:pt modelId="{B4175324-0954-4BCF-8269-170D0DE65496}" type="parTrans" cxnId="{D56AF41E-9F91-4E93-BC4B-D303516B4822}">
      <dgm:prSet/>
      <dgm:spPr/>
      <dgm:t>
        <a:bodyPr/>
        <a:lstStyle/>
        <a:p>
          <a:endParaRPr lang="en-US"/>
        </a:p>
      </dgm:t>
    </dgm:pt>
    <dgm:pt modelId="{FF8F11ED-6A0B-4C34-BBC5-A3A9C378D01C}" type="sibTrans" cxnId="{D56AF41E-9F91-4E93-BC4B-D303516B4822}">
      <dgm:prSet/>
      <dgm:spPr/>
      <dgm:t>
        <a:bodyPr/>
        <a:lstStyle/>
        <a:p>
          <a:endParaRPr lang="en-US"/>
        </a:p>
      </dgm:t>
    </dgm:pt>
    <dgm:pt modelId="{935950B4-FE25-4271-845F-5703F3C85F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3: Model Development and Testing</a:t>
          </a:r>
        </a:p>
      </dgm:t>
    </dgm:pt>
    <dgm:pt modelId="{B6149B5C-051D-4E69-A918-0B049F772E0C}" type="parTrans" cxnId="{4567B900-A34B-4E06-957E-1047724F27E9}">
      <dgm:prSet/>
      <dgm:spPr/>
      <dgm:t>
        <a:bodyPr/>
        <a:lstStyle/>
        <a:p>
          <a:endParaRPr lang="en-US"/>
        </a:p>
      </dgm:t>
    </dgm:pt>
    <dgm:pt modelId="{5444B79A-C0AC-422A-AEBA-214AC0E6E841}" type="sibTrans" cxnId="{4567B900-A34B-4E06-957E-1047724F27E9}">
      <dgm:prSet/>
      <dgm:spPr/>
      <dgm:t>
        <a:bodyPr/>
        <a:lstStyle/>
        <a:p>
          <a:endParaRPr lang="en-US"/>
        </a:p>
      </dgm:t>
    </dgm:pt>
    <dgm:pt modelId="{6706E075-4C3C-4B12-B76A-07DD6C9083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Train and validate AI models for maintenance and optimization.</a:t>
          </a:r>
        </a:p>
      </dgm:t>
    </dgm:pt>
    <dgm:pt modelId="{6CB1C06D-F6A5-4AE0-A705-7518D5538C74}" type="parTrans" cxnId="{F3F84621-0909-4373-B509-C1832D622DFB}">
      <dgm:prSet/>
      <dgm:spPr/>
      <dgm:t>
        <a:bodyPr/>
        <a:lstStyle/>
        <a:p>
          <a:endParaRPr lang="en-US"/>
        </a:p>
      </dgm:t>
    </dgm:pt>
    <dgm:pt modelId="{643A316F-A4E5-456C-9060-27A095BCAEB3}" type="sibTrans" cxnId="{F3F84621-0909-4373-B509-C1832D622DFB}">
      <dgm:prSet/>
      <dgm:spPr/>
      <dgm:t>
        <a:bodyPr/>
        <a:lstStyle/>
        <a:p>
          <a:endParaRPr lang="en-US"/>
        </a:p>
      </dgm:t>
    </dgm:pt>
    <dgm:pt modelId="{8AA1B081-5E22-4CDC-87F6-D1DA77875E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4: Deployment and Monitoring</a:t>
          </a:r>
        </a:p>
      </dgm:t>
    </dgm:pt>
    <dgm:pt modelId="{0D794F49-856D-4198-9B47-0D3F57C4C7C2}" type="parTrans" cxnId="{7D3C1F1A-A873-406F-9CA3-E41DADFD496B}">
      <dgm:prSet/>
      <dgm:spPr/>
      <dgm:t>
        <a:bodyPr/>
        <a:lstStyle/>
        <a:p>
          <a:endParaRPr lang="en-US"/>
        </a:p>
      </dgm:t>
    </dgm:pt>
    <dgm:pt modelId="{52ECB1DB-F3A6-4066-A3E2-3B4D8ECC782D}" type="sibTrans" cxnId="{7D3C1F1A-A873-406F-9CA3-E41DADFD496B}">
      <dgm:prSet/>
      <dgm:spPr/>
      <dgm:t>
        <a:bodyPr/>
        <a:lstStyle/>
        <a:p>
          <a:endParaRPr lang="en-US"/>
        </a:p>
      </dgm:t>
    </dgm:pt>
    <dgm:pt modelId="{DC9E4D86-F728-4B24-9F25-DA2AF9143A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Implement models and establish performance tracking.</a:t>
          </a:r>
        </a:p>
      </dgm:t>
    </dgm:pt>
    <dgm:pt modelId="{AAB77C19-4677-48E5-B209-66DF79DC9B49}" type="parTrans" cxnId="{2CA0F430-89E1-45D2-89E3-643EFE0C18DA}">
      <dgm:prSet/>
      <dgm:spPr/>
      <dgm:t>
        <a:bodyPr/>
        <a:lstStyle/>
        <a:p>
          <a:endParaRPr lang="en-US"/>
        </a:p>
      </dgm:t>
    </dgm:pt>
    <dgm:pt modelId="{7644C5A9-D1EF-4C8E-81DA-016D683CC9DC}" type="sibTrans" cxnId="{2CA0F430-89E1-45D2-89E3-643EFE0C18DA}">
      <dgm:prSet/>
      <dgm:spPr/>
      <dgm:t>
        <a:bodyPr/>
        <a:lstStyle/>
        <a:p>
          <a:endParaRPr lang="en-US"/>
        </a:p>
      </dgm:t>
    </dgm:pt>
    <dgm:pt modelId="{FD47FDB1-0BE7-4C6A-AE23-F8C11A025636}" type="pres">
      <dgm:prSet presAssocID="{F8476E7C-0273-4F5B-A51A-F151DEB676CD}" presName="root" presStyleCnt="0">
        <dgm:presLayoutVars>
          <dgm:dir/>
          <dgm:resizeHandles val="exact"/>
        </dgm:presLayoutVars>
      </dgm:prSet>
      <dgm:spPr/>
    </dgm:pt>
    <dgm:pt modelId="{3C1B1430-05C3-43BC-9D37-5FBA9A7337D9}" type="pres">
      <dgm:prSet presAssocID="{61E0320C-D365-48DF-B170-26282724046E}" presName="compNode" presStyleCnt="0"/>
      <dgm:spPr/>
    </dgm:pt>
    <dgm:pt modelId="{EDB93F10-4001-443D-9DFE-1230753183C0}" type="pres">
      <dgm:prSet presAssocID="{61E0320C-D365-48DF-B170-26282724046E}" presName="bgRect" presStyleLbl="bgShp" presStyleIdx="0" presStyleCnt="8"/>
      <dgm:spPr/>
    </dgm:pt>
    <dgm:pt modelId="{DC56ACF0-B5C6-4CF4-8716-40AD6B5F8E3A}" type="pres">
      <dgm:prSet presAssocID="{61E0320C-D365-48DF-B170-26282724046E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1CCEDE7E-DF5E-43ED-B3CD-B0DCDC0C69E9}" type="pres">
      <dgm:prSet presAssocID="{61E0320C-D365-48DF-B170-26282724046E}" presName="spaceRect" presStyleCnt="0"/>
      <dgm:spPr/>
    </dgm:pt>
    <dgm:pt modelId="{548BC3B2-5D09-4B03-A127-50F8161C132C}" type="pres">
      <dgm:prSet presAssocID="{61E0320C-D365-48DF-B170-26282724046E}" presName="parTx" presStyleLbl="revTx" presStyleIdx="0" presStyleCnt="8">
        <dgm:presLayoutVars>
          <dgm:chMax val="0"/>
          <dgm:chPref val="0"/>
        </dgm:presLayoutVars>
      </dgm:prSet>
      <dgm:spPr/>
    </dgm:pt>
    <dgm:pt modelId="{56874F47-403D-44A2-B463-3512D38B06C0}" type="pres">
      <dgm:prSet presAssocID="{8C0A50D9-DC4B-4291-AA2C-B7CB0B4DC2CE}" presName="sibTrans" presStyleCnt="0"/>
      <dgm:spPr/>
    </dgm:pt>
    <dgm:pt modelId="{2017E7AA-79B1-4C2D-9B9B-E64F2758E79D}" type="pres">
      <dgm:prSet presAssocID="{3AE37F82-9257-4521-8A41-8F8DAB878694}" presName="compNode" presStyleCnt="0"/>
      <dgm:spPr/>
    </dgm:pt>
    <dgm:pt modelId="{F84752EC-B83F-490A-AC27-DC5E465617D3}" type="pres">
      <dgm:prSet presAssocID="{3AE37F82-9257-4521-8A41-8F8DAB878694}" presName="bgRect" presStyleLbl="bgShp" presStyleIdx="1" presStyleCnt="8"/>
      <dgm:spPr/>
    </dgm:pt>
    <dgm:pt modelId="{7C031A99-DD9A-4A21-97D3-6CEF3DA3D1E9}" type="pres">
      <dgm:prSet presAssocID="{3AE37F82-9257-4521-8A41-8F8DAB878694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CFBCFBD-CD62-4B48-B5DC-A1147D5A9294}" type="pres">
      <dgm:prSet presAssocID="{3AE37F82-9257-4521-8A41-8F8DAB878694}" presName="spaceRect" presStyleCnt="0"/>
      <dgm:spPr/>
    </dgm:pt>
    <dgm:pt modelId="{0C235D02-FF3E-43C2-AF41-844657F1C4FB}" type="pres">
      <dgm:prSet presAssocID="{3AE37F82-9257-4521-8A41-8F8DAB878694}" presName="parTx" presStyleLbl="revTx" presStyleIdx="1" presStyleCnt="8">
        <dgm:presLayoutVars>
          <dgm:chMax val="0"/>
          <dgm:chPref val="0"/>
        </dgm:presLayoutVars>
      </dgm:prSet>
      <dgm:spPr/>
    </dgm:pt>
    <dgm:pt modelId="{7F74FFC5-B6D5-4967-85B0-3EF940262815}" type="pres">
      <dgm:prSet presAssocID="{7C2593F7-745C-4BDA-AC8C-97255C1A8B0C}" presName="sibTrans" presStyleCnt="0"/>
      <dgm:spPr/>
    </dgm:pt>
    <dgm:pt modelId="{CDB5A93C-E12C-480F-84D0-5F0A85E5FBB2}" type="pres">
      <dgm:prSet presAssocID="{74965761-AA89-4B57-BA34-567E54162B23}" presName="compNode" presStyleCnt="0"/>
      <dgm:spPr/>
    </dgm:pt>
    <dgm:pt modelId="{C60E3D1D-DD82-4C65-B5C2-5A9359CBF932}" type="pres">
      <dgm:prSet presAssocID="{74965761-AA89-4B57-BA34-567E54162B23}" presName="bgRect" presStyleLbl="bgShp" presStyleIdx="2" presStyleCnt="8"/>
      <dgm:spPr/>
    </dgm:pt>
    <dgm:pt modelId="{C784941F-98AB-4BE5-9406-C182533E8686}" type="pres">
      <dgm:prSet presAssocID="{74965761-AA89-4B57-BA34-567E54162B23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3E3A0B56-DABF-4082-AB85-8A6FCCC91BBA}" type="pres">
      <dgm:prSet presAssocID="{74965761-AA89-4B57-BA34-567E54162B23}" presName="spaceRect" presStyleCnt="0"/>
      <dgm:spPr/>
    </dgm:pt>
    <dgm:pt modelId="{81CA0394-9EFD-480B-A489-8A98D03EDACE}" type="pres">
      <dgm:prSet presAssocID="{74965761-AA89-4B57-BA34-567E54162B23}" presName="parTx" presStyleLbl="revTx" presStyleIdx="2" presStyleCnt="8">
        <dgm:presLayoutVars>
          <dgm:chMax val="0"/>
          <dgm:chPref val="0"/>
        </dgm:presLayoutVars>
      </dgm:prSet>
      <dgm:spPr/>
    </dgm:pt>
    <dgm:pt modelId="{D0D5044E-B66A-44CA-BB87-07DE2F57D75F}" type="pres">
      <dgm:prSet presAssocID="{194000C2-4FA8-4B98-9687-21C9E8CB5ECC}" presName="sibTrans" presStyleCnt="0"/>
      <dgm:spPr/>
    </dgm:pt>
    <dgm:pt modelId="{E61B01A4-47B9-44EA-B58C-8A43E77C2255}" type="pres">
      <dgm:prSet presAssocID="{3B965CB8-EAFC-4060-B16C-172B3D1AABF1}" presName="compNode" presStyleCnt="0"/>
      <dgm:spPr/>
    </dgm:pt>
    <dgm:pt modelId="{398BFB4D-16EA-4FE4-B5D5-70D478176760}" type="pres">
      <dgm:prSet presAssocID="{3B965CB8-EAFC-4060-B16C-172B3D1AABF1}" presName="bgRect" presStyleLbl="bgShp" presStyleIdx="3" presStyleCnt="8"/>
      <dgm:spPr/>
    </dgm:pt>
    <dgm:pt modelId="{26AEDF3B-CB44-45C8-8E57-2999C3BD271A}" type="pres">
      <dgm:prSet presAssocID="{3B965CB8-EAFC-4060-B16C-172B3D1AABF1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2A270F9A-110B-48EC-B853-FD4DB5F7452D}" type="pres">
      <dgm:prSet presAssocID="{3B965CB8-EAFC-4060-B16C-172B3D1AABF1}" presName="spaceRect" presStyleCnt="0"/>
      <dgm:spPr/>
    </dgm:pt>
    <dgm:pt modelId="{57A1E0BB-D7FC-4381-B060-48D622C0B5D6}" type="pres">
      <dgm:prSet presAssocID="{3B965CB8-EAFC-4060-B16C-172B3D1AABF1}" presName="parTx" presStyleLbl="revTx" presStyleIdx="3" presStyleCnt="8">
        <dgm:presLayoutVars>
          <dgm:chMax val="0"/>
          <dgm:chPref val="0"/>
        </dgm:presLayoutVars>
      </dgm:prSet>
      <dgm:spPr/>
    </dgm:pt>
    <dgm:pt modelId="{B1CD6C77-35C2-488B-A7C3-2AF187B9E448}" type="pres">
      <dgm:prSet presAssocID="{FF8F11ED-6A0B-4C34-BBC5-A3A9C378D01C}" presName="sibTrans" presStyleCnt="0"/>
      <dgm:spPr/>
    </dgm:pt>
    <dgm:pt modelId="{D8727B71-31FA-44B2-97E9-A1BB7F5B92AA}" type="pres">
      <dgm:prSet presAssocID="{935950B4-FE25-4271-845F-5703F3C85F61}" presName="compNode" presStyleCnt="0"/>
      <dgm:spPr/>
    </dgm:pt>
    <dgm:pt modelId="{61D4A831-1AEF-4F15-BBAA-B8E419F6F20A}" type="pres">
      <dgm:prSet presAssocID="{935950B4-FE25-4271-845F-5703F3C85F61}" presName="bgRect" presStyleLbl="bgShp" presStyleIdx="4" presStyleCnt="8"/>
      <dgm:spPr/>
    </dgm:pt>
    <dgm:pt modelId="{37C6325F-4A52-43F9-914B-E0B8D564B923}" type="pres">
      <dgm:prSet presAssocID="{935950B4-FE25-4271-845F-5703F3C85F61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8C787FFD-7B00-4864-A51B-5B538AAD1D4C}" type="pres">
      <dgm:prSet presAssocID="{935950B4-FE25-4271-845F-5703F3C85F61}" presName="spaceRect" presStyleCnt="0"/>
      <dgm:spPr/>
    </dgm:pt>
    <dgm:pt modelId="{B1B257CB-8FBC-4563-952E-1ADBC14A1272}" type="pres">
      <dgm:prSet presAssocID="{935950B4-FE25-4271-845F-5703F3C85F61}" presName="parTx" presStyleLbl="revTx" presStyleIdx="4" presStyleCnt="8">
        <dgm:presLayoutVars>
          <dgm:chMax val="0"/>
          <dgm:chPref val="0"/>
        </dgm:presLayoutVars>
      </dgm:prSet>
      <dgm:spPr/>
    </dgm:pt>
    <dgm:pt modelId="{8D3B9401-11C6-40EF-B73E-9510DF8EBAA0}" type="pres">
      <dgm:prSet presAssocID="{5444B79A-C0AC-422A-AEBA-214AC0E6E841}" presName="sibTrans" presStyleCnt="0"/>
      <dgm:spPr/>
    </dgm:pt>
    <dgm:pt modelId="{EEF6B1C6-E91D-4142-86CE-C5001D1CC285}" type="pres">
      <dgm:prSet presAssocID="{6706E075-4C3C-4B12-B76A-07DD6C90834F}" presName="compNode" presStyleCnt="0"/>
      <dgm:spPr/>
    </dgm:pt>
    <dgm:pt modelId="{6C0A173B-054B-4209-A209-E67BB9F74346}" type="pres">
      <dgm:prSet presAssocID="{6706E075-4C3C-4B12-B76A-07DD6C90834F}" presName="bgRect" presStyleLbl="bgShp" presStyleIdx="5" presStyleCnt="8"/>
      <dgm:spPr/>
    </dgm:pt>
    <dgm:pt modelId="{D3FBDFC9-30E6-4366-A995-5FBC3F66A91C}" type="pres">
      <dgm:prSet presAssocID="{6706E075-4C3C-4B12-B76A-07DD6C90834F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23312E3-2682-45B8-BC2F-6AF3CEBE2E07}" type="pres">
      <dgm:prSet presAssocID="{6706E075-4C3C-4B12-B76A-07DD6C90834F}" presName="spaceRect" presStyleCnt="0"/>
      <dgm:spPr/>
    </dgm:pt>
    <dgm:pt modelId="{A2DC0EAE-23E7-476A-B35E-5A4EC0C1F436}" type="pres">
      <dgm:prSet presAssocID="{6706E075-4C3C-4B12-B76A-07DD6C90834F}" presName="parTx" presStyleLbl="revTx" presStyleIdx="5" presStyleCnt="8">
        <dgm:presLayoutVars>
          <dgm:chMax val="0"/>
          <dgm:chPref val="0"/>
        </dgm:presLayoutVars>
      </dgm:prSet>
      <dgm:spPr/>
    </dgm:pt>
    <dgm:pt modelId="{06BD02E0-F447-4926-90F2-6F01A3572E1E}" type="pres">
      <dgm:prSet presAssocID="{643A316F-A4E5-456C-9060-27A095BCAEB3}" presName="sibTrans" presStyleCnt="0"/>
      <dgm:spPr/>
    </dgm:pt>
    <dgm:pt modelId="{7FC99227-A84C-489B-8380-8DE01524946A}" type="pres">
      <dgm:prSet presAssocID="{8AA1B081-5E22-4CDC-87F6-D1DA77875EE4}" presName="compNode" presStyleCnt="0"/>
      <dgm:spPr/>
    </dgm:pt>
    <dgm:pt modelId="{38CA5DA4-6B4E-481C-B5A6-472690D8F35F}" type="pres">
      <dgm:prSet presAssocID="{8AA1B081-5E22-4CDC-87F6-D1DA77875EE4}" presName="bgRect" presStyleLbl="bgShp" presStyleIdx="6" presStyleCnt="8"/>
      <dgm:spPr/>
    </dgm:pt>
    <dgm:pt modelId="{E4117DCC-5C70-488B-ACEF-BAB4712342F1}" type="pres">
      <dgm:prSet presAssocID="{8AA1B081-5E22-4CDC-87F6-D1DA77875EE4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4FF98C0C-0BAE-4AD6-ACA3-7B6D96AAEC36}" type="pres">
      <dgm:prSet presAssocID="{8AA1B081-5E22-4CDC-87F6-D1DA77875EE4}" presName="spaceRect" presStyleCnt="0"/>
      <dgm:spPr/>
    </dgm:pt>
    <dgm:pt modelId="{4101DE82-1954-4ECE-9558-B8A21DE88367}" type="pres">
      <dgm:prSet presAssocID="{8AA1B081-5E22-4CDC-87F6-D1DA77875EE4}" presName="parTx" presStyleLbl="revTx" presStyleIdx="6" presStyleCnt="8">
        <dgm:presLayoutVars>
          <dgm:chMax val="0"/>
          <dgm:chPref val="0"/>
        </dgm:presLayoutVars>
      </dgm:prSet>
      <dgm:spPr/>
    </dgm:pt>
    <dgm:pt modelId="{9550AA6A-8183-48CF-8FBB-867DBAD8C87F}" type="pres">
      <dgm:prSet presAssocID="{52ECB1DB-F3A6-4066-A3E2-3B4D8ECC782D}" presName="sibTrans" presStyleCnt="0"/>
      <dgm:spPr/>
    </dgm:pt>
    <dgm:pt modelId="{F0B0C3C9-DEF5-4845-82B0-F37C4F86FE49}" type="pres">
      <dgm:prSet presAssocID="{DC9E4D86-F728-4B24-9F25-DA2AF9143A6F}" presName="compNode" presStyleCnt="0"/>
      <dgm:spPr/>
    </dgm:pt>
    <dgm:pt modelId="{1C8B2489-4883-4E5D-BF99-D60A4B16A020}" type="pres">
      <dgm:prSet presAssocID="{DC9E4D86-F728-4B24-9F25-DA2AF9143A6F}" presName="bgRect" presStyleLbl="bgShp" presStyleIdx="7" presStyleCnt="8"/>
      <dgm:spPr/>
    </dgm:pt>
    <dgm:pt modelId="{845A92EA-9EED-45BC-8BC4-E0738F0D8B0D}" type="pres">
      <dgm:prSet presAssocID="{DC9E4D86-F728-4B24-9F25-DA2AF9143A6F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AF294B8-BD7D-46E9-9154-891084CAED3C}" type="pres">
      <dgm:prSet presAssocID="{DC9E4D86-F728-4B24-9F25-DA2AF9143A6F}" presName="spaceRect" presStyleCnt="0"/>
      <dgm:spPr/>
    </dgm:pt>
    <dgm:pt modelId="{8991EFAC-EEDA-4E15-8F72-E9B5EA1BA23B}" type="pres">
      <dgm:prSet presAssocID="{DC9E4D86-F728-4B24-9F25-DA2AF9143A6F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4567B900-A34B-4E06-957E-1047724F27E9}" srcId="{F8476E7C-0273-4F5B-A51A-F151DEB676CD}" destId="{935950B4-FE25-4271-845F-5703F3C85F61}" srcOrd="4" destOrd="0" parTransId="{B6149B5C-051D-4E69-A918-0B049F772E0C}" sibTransId="{5444B79A-C0AC-422A-AEBA-214AC0E6E841}"/>
    <dgm:cxn modelId="{E01EB30B-E09B-493C-B584-0ADF16713D85}" srcId="{F8476E7C-0273-4F5B-A51A-F151DEB676CD}" destId="{3AE37F82-9257-4521-8A41-8F8DAB878694}" srcOrd="1" destOrd="0" parTransId="{BF4E47D7-09FB-477B-A3EF-143A31B4AF97}" sibTransId="{7C2593F7-745C-4BDA-AC8C-97255C1A8B0C}"/>
    <dgm:cxn modelId="{5171CD11-0260-AA4D-9FE9-606DAA8BBFAD}" type="presOf" srcId="{3B965CB8-EAFC-4060-B16C-172B3D1AABF1}" destId="{57A1E0BB-D7FC-4381-B060-48D622C0B5D6}" srcOrd="0" destOrd="0" presId="urn:microsoft.com/office/officeart/2018/2/layout/IconVerticalSolidList"/>
    <dgm:cxn modelId="{7D3C1F1A-A873-406F-9CA3-E41DADFD496B}" srcId="{F8476E7C-0273-4F5B-A51A-F151DEB676CD}" destId="{8AA1B081-5E22-4CDC-87F6-D1DA77875EE4}" srcOrd="6" destOrd="0" parTransId="{0D794F49-856D-4198-9B47-0D3F57C4C7C2}" sibTransId="{52ECB1DB-F3A6-4066-A3E2-3B4D8ECC782D}"/>
    <dgm:cxn modelId="{D56AF41E-9F91-4E93-BC4B-D303516B4822}" srcId="{F8476E7C-0273-4F5B-A51A-F151DEB676CD}" destId="{3B965CB8-EAFC-4060-B16C-172B3D1AABF1}" srcOrd="3" destOrd="0" parTransId="{B4175324-0954-4BCF-8269-170D0DE65496}" sibTransId="{FF8F11ED-6A0B-4C34-BBC5-A3A9C378D01C}"/>
    <dgm:cxn modelId="{DAD22A21-88A0-4C51-A392-5C882DDBB940}" srcId="{F8476E7C-0273-4F5B-A51A-F151DEB676CD}" destId="{61E0320C-D365-48DF-B170-26282724046E}" srcOrd="0" destOrd="0" parTransId="{BC73CE11-4C2C-417C-B924-23509E146B44}" sibTransId="{8C0A50D9-DC4B-4291-AA2C-B7CB0B4DC2CE}"/>
    <dgm:cxn modelId="{F3F84621-0909-4373-B509-C1832D622DFB}" srcId="{F8476E7C-0273-4F5B-A51A-F151DEB676CD}" destId="{6706E075-4C3C-4B12-B76A-07DD6C90834F}" srcOrd="5" destOrd="0" parTransId="{6CB1C06D-F6A5-4AE0-A705-7518D5538C74}" sibTransId="{643A316F-A4E5-456C-9060-27A095BCAEB3}"/>
    <dgm:cxn modelId="{2CA0F430-89E1-45D2-89E3-643EFE0C18DA}" srcId="{F8476E7C-0273-4F5B-A51A-F151DEB676CD}" destId="{DC9E4D86-F728-4B24-9F25-DA2AF9143A6F}" srcOrd="7" destOrd="0" parTransId="{AAB77C19-4677-48E5-B209-66DF79DC9B49}" sibTransId="{7644C5A9-D1EF-4C8E-81DA-016D683CC9DC}"/>
    <dgm:cxn modelId="{A59AA53A-8C4E-5742-80C6-DFFB947669C7}" type="presOf" srcId="{8AA1B081-5E22-4CDC-87F6-D1DA77875EE4}" destId="{4101DE82-1954-4ECE-9558-B8A21DE88367}" srcOrd="0" destOrd="0" presId="urn:microsoft.com/office/officeart/2018/2/layout/IconVerticalSolidList"/>
    <dgm:cxn modelId="{E9C6E947-4F60-104D-BC81-9BD4E7A86AEA}" type="presOf" srcId="{3AE37F82-9257-4521-8A41-8F8DAB878694}" destId="{0C235D02-FF3E-43C2-AF41-844657F1C4FB}" srcOrd="0" destOrd="0" presId="urn:microsoft.com/office/officeart/2018/2/layout/IconVerticalSolidList"/>
    <dgm:cxn modelId="{EC087551-DD70-4149-B5CA-9DFE5224C56B}" type="presOf" srcId="{61E0320C-D365-48DF-B170-26282724046E}" destId="{548BC3B2-5D09-4B03-A127-50F8161C132C}" srcOrd="0" destOrd="0" presId="urn:microsoft.com/office/officeart/2018/2/layout/IconVerticalSolidList"/>
    <dgm:cxn modelId="{C11A9665-578D-A943-B369-DB781AD96002}" type="presOf" srcId="{6706E075-4C3C-4B12-B76A-07DD6C90834F}" destId="{A2DC0EAE-23E7-476A-B35E-5A4EC0C1F436}" srcOrd="0" destOrd="0" presId="urn:microsoft.com/office/officeart/2018/2/layout/IconVerticalSolidList"/>
    <dgm:cxn modelId="{6A5CEE71-4622-374B-B5D3-8587E0770985}" type="presOf" srcId="{74965761-AA89-4B57-BA34-567E54162B23}" destId="{81CA0394-9EFD-480B-A489-8A98D03EDACE}" srcOrd="0" destOrd="0" presId="urn:microsoft.com/office/officeart/2018/2/layout/IconVerticalSolidList"/>
    <dgm:cxn modelId="{9F54BD78-A47A-448F-BA38-4E7D64FA8094}" srcId="{F8476E7C-0273-4F5B-A51A-F151DEB676CD}" destId="{74965761-AA89-4B57-BA34-567E54162B23}" srcOrd="2" destOrd="0" parTransId="{E97A98EE-1037-4A2B-98D2-6E6046859810}" sibTransId="{194000C2-4FA8-4B98-9687-21C9E8CB5ECC}"/>
    <dgm:cxn modelId="{B929C8A7-FE73-8D41-A0D6-40ACDD03676F}" type="presOf" srcId="{935950B4-FE25-4271-845F-5703F3C85F61}" destId="{B1B257CB-8FBC-4563-952E-1ADBC14A1272}" srcOrd="0" destOrd="0" presId="urn:microsoft.com/office/officeart/2018/2/layout/IconVerticalSolidList"/>
    <dgm:cxn modelId="{5018C4B4-55BE-0D4C-9186-A1F19AC5228D}" type="presOf" srcId="{DC9E4D86-F728-4B24-9F25-DA2AF9143A6F}" destId="{8991EFAC-EEDA-4E15-8F72-E9B5EA1BA23B}" srcOrd="0" destOrd="0" presId="urn:microsoft.com/office/officeart/2018/2/layout/IconVerticalSolidList"/>
    <dgm:cxn modelId="{238835DC-317B-9F47-8C8A-172117C6C961}" type="presOf" srcId="{F8476E7C-0273-4F5B-A51A-F151DEB676CD}" destId="{FD47FDB1-0BE7-4C6A-AE23-F8C11A025636}" srcOrd="0" destOrd="0" presId="urn:microsoft.com/office/officeart/2018/2/layout/IconVerticalSolidList"/>
    <dgm:cxn modelId="{3630D0B8-9887-9A46-AE9D-1715104535DA}" type="presParOf" srcId="{FD47FDB1-0BE7-4C6A-AE23-F8C11A025636}" destId="{3C1B1430-05C3-43BC-9D37-5FBA9A7337D9}" srcOrd="0" destOrd="0" presId="urn:microsoft.com/office/officeart/2018/2/layout/IconVerticalSolidList"/>
    <dgm:cxn modelId="{C3D05469-F403-494A-94AA-4290EE254945}" type="presParOf" srcId="{3C1B1430-05C3-43BC-9D37-5FBA9A7337D9}" destId="{EDB93F10-4001-443D-9DFE-1230753183C0}" srcOrd="0" destOrd="0" presId="urn:microsoft.com/office/officeart/2018/2/layout/IconVerticalSolidList"/>
    <dgm:cxn modelId="{C01AF20F-8C7C-FF4A-A879-32DDE948509A}" type="presParOf" srcId="{3C1B1430-05C3-43BC-9D37-5FBA9A7337D9}" destId="{DC56ACF0-B5C6-4CF4-8716-40AD6B5F8E3A}" srcOrd="1" destOrd="0" presId="urn:microsoft.com/office/officeart/2018/2/layout/IconVerticalSolidList"/>
    <dgm:cxn modelId="{003A163C-7784-C648-8A20-2A7BA6EAC19C}" type="presParOf" srcId="{3C1B1430-05C3-43BC-9D37-5FBA9A7337D9}" destId="{1CCEDE7E-DF5E-43ED-B3CD-B0DCDC0C69E9}" srcOrd="2" destOrd="0" presId="urn:microsoft.com/office/officeart/2018/2/layout/IconVerticalSolidList"/>
    <dgm:cxn modelId="{D8D2E0BF-7B6B-3146-958F-60841BA9A8EA}" type="presParOf" srcId="{3C1B1430-05C3-43BC-9D37-5FBA9A7337D9}" destId="{548BC3B2-5D09-4B03-A127-50F8161C132C}" srcOrd="3" destOrd="0" presId="urn:microsoft.com/office/officeart/2018/2/layout/IconVerticalSolidList"/>
    <dgm:cxn modelId="{7B54BD7B-CD4E-304F-B785-F58FCB41940D}" type="presParOf" srcId="{FD47FDB1-0BE7-4C6A-AE23-F8C11A025636}" destId="{56874F47-403D-44A2-B463-3512D38B06C0}" srcOrd="1" destOrd="0" presId="urn:microsoft.com/office/officeart/2018/2/layout/IconVerticalSolidList"/>
    <dgm:cxn modelId="{1A37E2A4-B4DB-0147-A718-A6577976F613}" type="presParOf" srcId="{FD47FDB1-0BE7-4C6A-AE23-F8C11A025636}" destId="{2017E7AA-79B1-4C2D-9B9B-E64F2758E79D}" srcOrd="2" destOrd="0" presId="urn:microsoft.com/office/officeart/2018/2/layout/IconVerticalSolidList"/>
    <dgm:cxn modelId="{6616F28F-6827-4749-B9CF-8DE9EA40B4CC}" type="presParOf" srcId="{2017E7AA-79B1-4C2D-9B9B-E64F2758E79D}" destId="{F84752EC-B83F-490A-AC27-DC5E465617D3}" srcOrd="0" destOrd="0" presId="urn:microsoft.com/office/officeart/2018/2/layout/IconVerticalSolidList"/>
    <dgm:cxn modelId="{F0E7C6F5-F209-8447-8F1C-F0FFF5008049}" type="presParOf" srcId="{2017E7AA-79B1-4C2D-9B9B-E64F2758E79D}" destId="{7C031A99-DD9A-4A21-97D3-6CEF3DA3D1E9}" srcOrd="1" destOrd="0" presId="urn:microsoft.com/office/officeart/2018/2/layout/IconVerticalSolidList"/>
    <dgm:cxn modelId="{A90AEE96-CB74-224D-8EC7-E91DAD9FA4B3}" type="presParOf" srcId="{2017E7AA-79B1-4C2D-9B9B-E64F2758E79D}" destId="{ECFBCFBD-CD62-4B48-B5DC-A1147D5A9294}" srcOrd="2" destOrd="0" presId="urn:microsoft.com/office/officeart/2018/2/layout/IconVerticalSolidList"/>
    <dgm:cxn modelId="{9F30BFF9-A456-4640-B11F-E724C51DE35A}" type="presParOf" srcId="{2017E7AA-79B1-4C2D-9B9B-E64F2758E79D}" destId="{0C235D02-FF3E-43C2-AF41-844657F1C4FB}" srcOrd="3" destOrd="0" presId="urn:microsoft.com/office/officeart/2018/2/layout/IconVerticalSolidList"/>
    <dgm:cxn modelId="{BCD7DA18-7ABF-4241-A838-E0605F64ADC5}" type="presParOf" srcId="{FD47FDB1-0BE7-4C6A-AE23-F8C11A025636}" destId="{7F74FFC5-B6D5-4967-85B0-3EF940262815}" srcOrd="3" destOrd="0" presId="urn:microsoft.com/office/officeart/2018/2/layout/IconVerticalSolidList"/>
    <dgm:cxn modelId="{B706CAE5-D5DD-1F44-A8DF-7BE29B0FEA1B}" type="presParOf" srcId="{FD47FDB1-0BE7-4C6A-AE23-F8C11A025636}" destId="{CDB5A93C-E12C-480F-84D0-5F0A85E5FBB2}" srcOrd="4" destOrd="0" presId="urn:microsoft.com/office/officeart/2018/2/layout/IconVerticalSolidList"/>
    <dgm:cxn modelId="{ECE8B7F8-748F-5544-9AA4-AC4E8EF3E736}" type="presParOf" srcId="{CDB5A93C-E12C-480F-84D0-5F0A85E5FBB2}" destId="{C60E3D1D-DD82-4C65-B5C2-5A9359CBF932}" srcOrd="0" destOrd="0" presId="urn:microsoft.com/office/officeart/2018/2/layout/IconVerticalSolidList"/>
    <dgm:cxn modelId="{EBAD15DF-502E-EA4C-8766-F461D1D80432}" type="presParOf" srcId="{CDB5A93C-E12C-480F-84D0-5F0A85E5FBB2}" destId="{C784941F-98AB-4BE5-9406-C182533E8686}" srcOrd="1" destOrd="0" presId="urn:microsoft.com/office/officeart/2018/2/layout/IconVerticalSolidList"/>
    <dgm:cxn modelId="{17D7DE86-D56B-EC43-BF86-9300599E9B0C}" type="presParOf" srcId="{CDB5A93C-E12C-480F-84D0-5F0A85E5FBB2}" destId="{3E3A0B56-DABF-4082-AB85-8A6FCCC91BBA}" srcOrd="2" destOrd="0" presId="urn:microsoft.com/office/officeart/2018/2/layout/IconVerticalSolidList"/>
    <dgm:cxn modelId="{612AC94D-CF1D-614C-AE52-ED7D7794480A}" type="presParOf" srcId="{CDB5A93C-E12C-480F-84D0-5F0A85E5FBB2}" destId="{81CA0394-9EFD-480B-A489-8A98D03EDACE}" srcOrd="3" destOrd="0" presId="urn:microsoft.com/office/officeart/2018/2/layout/IconVerticalSolidList"/>
    <dgm:cxn modelId="{DBE3907D-7509-F241-9A51-D06A53CFAB90}" type="presParOf" srcId="{FD47FDB1-0BE7-4C6A-AE23-F8C11A025636}" destId="{D0D5044E-B66A-44CA-BB87-07DE2F57D75F}" srcOrd="5" destOrd="0" presId="urn:microsoft.com/office/officeart/2018/2/layout/IconVerticalSolidList"/>
    <dgm:cxn modelId="{63A77470-426E-B648-8554-98BF806A82EF}" type="presParOf" srcId="{FD47FDB1-0BE7-4C6A-AE23-F8C11A025636}" destId="{E61B01A4-47B9-44EA-B58C-8A43E77C2255}" srcOrd="6" destOrd="0" presId="urn:microsoft.com/office/officeart/2018/2/layout/IconVerticalSolidList"/>
    <dgm:cxn modelId="{F4699560-D876-E046-8F81-A7C265BAD878}" type="presParOf" srcId="{E61B01A4-47B9-44EA-B58C-8A43E77C2255}" destId="{398BFB4D-16EA-4FE4-B5D5-70D478176760}" srcOrd="0" destOrd="0" presId="urn:microsoft.com/office/officeart/2018/2/layout/IconVerticalSolidList"/>
    <dgm:cxn modelId="{58E8B991-F03E-4341-AEAB-657DC9F143BC}" type="presParOf" srcId="{E61B01A4-47B9-44EA-B58C-8A43E77C2255}" destId="{26AEDF3B-CB44-45C8-8E57-2999C3BD271A}" srcOrd="1" destOrd="0" presId="urn:microsoft.com/office/officeart/2018/2/layout/IconVerticalSolidList"/>
    <dgm:cxn modelId="{821B9793-8BFA-EB41-AA29-486ACD135465}" type="presParOf" srcId="{E61B01A4-47B9-44EA-B58C-8A43E77C2255}" destId="{2A270F9A-110B-48EC-B853-FD4DB5F7452D}" srcOrd="2" destOrd="0" presId="urn:microsoft.com/office/officeart/2018/2/layout/IconVerticalSolidList"/>
    <dgm:cxn modelId="{65556718-28FC-0A40-85F8-4DFC0C585A90}" type="presParOf" srcId="{E61B01A4-47B9-44EA-B58C-8A43E77C2255}" destId="{57A1E0BB-D7FC-4381-B060-48D622C0B5D6}" srcOrd="3" destOrd="0" presId="urn:microsoft.com/office/officeart/2018/2/layout/IconVerticalSolidList"/>
    <dgm:cxn modelId="{DE437309-BF44-5C4A-840E-25DFC5C1925E}" type="presParOf" srcId="{FD47FDB1-0BE7-4C6A-AE23-F8C11A025636}" destId="{B1CD6C77-35C2-488B-A7C3-2AF187B9E448}" srcOrd="7" destOrd="0" presId="urn:microsoft.com/office/officeart/2018/2/layout/IconVerticalSolidList"/>
    <dgm:cxn modelId="{6A847A3C-3CCB-334C-93E1-557BA5CC5D84}" type="presParOf" srcId="{FD47FDB1-0BE7-4C6A-AE23-F8C11A025636}" destId="{D8727B71-31FA-44B2-97E9-A1BB7F5B92AA}" srcOrd="8" destOrd="0" presId="urn:microsoft.com/office/officeart/2018/2/layout/IconVerticalSolidList"/>
    <dgm:cxn modelId="{1D0A1199-33C0-834E-B97B-FECA087F9206}" type="presParOf" srcId="{D8727B71-31FA-44B2-97E9-A1BB7F5B92AA}" destId="{61D4A831-1AEF-4F15-BBAA-B8E419F6F20A}" srcOrd="0" destOrd="0" presId="urn:microsoft.com/office/officeart/2018/2/layout/IconVerticalSolidList"/>
    <dgm:cxn modelId="{11097F7C-F8CF-C843-B7EF-B7656AEBC92E}" type="presParOf" srcId="{D8727B71-31FA-44B2-97E9-A1BB7F5B92AA}" destId="{37C6325F-4A52-43F9-914B-E0B8D564B923}" srcOrd="1" destOrd="0" presId="urn:microsoft.com/office/officeart/2018/2/layout/IconVerticalSolidList"/>
    <dgm:cxn modelId="{AF4C9CC6-9157-6A48-AE47-2F4A4F0D27BF}" type="presParOf" srcId="{D8727B71-31FA-44B2-97E9-A1BB7F5B92AA}" destId="{8C787FFD-7B00-4864-A51B-5B538AAD1D4C}" srcOrd="2" destOrd="0" presId="urn:microsoft.com/office/officeart/2018/2/layout/IconVerticalSolidList"/>
    <dgm:cxn modelId="{8978EBB1-8B26-B242-86CF-038F5B7EE0FC}" type="presParOf" srcId="{D8727B71-31FA-44B2-97E9-A1BB7F5B92AA}" destId="{B1B257CB-8FBC-4563-952E-1ADBC14A1272}" srcOrd="3" destOrd="0" presId="urn:microsoft.com/office/officeart/2018/2/layout/IconVerticalSolidList"/>
    <dgm:cxn modelId="{C6C5D8E1-3B4E-0F42-97D2-439DBA9A3822}" type="presParOf" srcId="{FD47FDB1-0BE7-4C6A-AE23-F8C11A025636}" destId="{8D3B9401-11C6-40EF-B73E-9510DF8EBAA0}" srcOrd="9" destOrd="0" presId="urn:microsoft.com/office/officeart/2018/2/layout/IconVerticalSolidList"/>
    <dgm:cxn modelId="{8DEF2331-ABFE-0048-BB3D-8FAC8B67CF59}" type="presParOf" srcId="{FD47FDB1-0BE7-4C6A-AE23-F8C11A025636}" destId="{EEF6B1C6-E91D-4142-86CE-C5001D1CC285}" srcOrd="10" destOrd="0" presId="urn:microsoft.com/office/officeart/2018/2/layout/IconVerticalSolidList"/>
    <dgm:cxn modelId="{29BCF039-C95F-5743-85F4-454EDC75BD83}" type="presParOf" srcId="{EEF6B1C6-E91D-4142-86CE-C5001D1CC285}" destId="{6C0A173B-054B-4209-A209-E67BB9F74346}" srcOrd="0" destOrd="0" presId="urn:microsoft.com/office/officeart/2018/2/layout/IconVerticalSolidList"/>
    <dgm:cxn modelId="{CD56E4B7-1985-1849-A8C4-2C80231A4340}" type="presParOf" srcId="{EEF6B1C6-E91D-4142-86CE-C5001D1CC285}" destId="{D3FBDFC9-30E6-4366-A995-5FBC3F66A91C}" srcOrd="1" destOrd="0" presId="urn:microsoft.com/office/officeart/2018/2/layout/IconVerticalSolidList"/>
    <dgm:cxn modelId="{6D39E66C-5209-254C-B9FE-2DE8774413C7}" type="presParOf" srcId="{EEF6B1C6-E91D-4142-86CE-C5001D1CC285}" destId="{423312E3-2682-45B8-BC2F-6AF3CEBE2E07}" srcOrd="2" destOrd="0" presId="urn:microsoft.com/office/officeart/2018/2/layout/IconVerticalSolidList"/>
    <dgm:cxn modelId="{E399CC39-87CB-394D-8A79-CAF67194C02F}" type="presParOf" srcId="{EEF6B1C6-E91D-4142-86CE-C5001D1CC285}" destId="{A2DC0EAE-23E7-476A-B35E-5A4EC0C1F436}" srcOrd="3" destOrd="0" presId="urn:microsoft.com/office/officeart/2018/2/layout/IconVerticalSolidList"/>
    <dgm:cxn modelId="{FCD18E3F-2855-854B-9FD0-25000A2C5CE2}" type="presParOf" srcId="{FD47FDB1-0BE7-4C6A-AE23-F8C11A025636}" destId="{06BD02E0-F447-4926-90F2-6F01A3572E1E}" srcOrd="11" destOrd="0" presId="urn:microsoft.com/office/officeart/2018/2/layout/IconVerticalSolidList"/>
    <dgm:cxn modelId="{0F803867-E6B2-5740-9890-7397D074AF96}" type="presParOf" srcId="{FD47FDB1-0BE7-4C6A-AE23-F8C11A025636}" destId="{7FC99227-A84C-489B-8380-8DE01524946A}" srcOrd="12" destOrd="0" presId="urn:microsoft.com/office/officeart/2018/2/layout/IconVerticalSolidList"/>
    <dgm:cxn modelId="{28E60259-7A85-E04F-9E61-C0ED45A6417A}" type="presParOf" srcId="{7FC99227-A84C-489B-8380-8DE01524946A}" destId="{38CA5DA4-6B4E-481C-B5A6-472690D8F35F}" srcOrd="0" destOrd="0" presId="urn:microsoft.com/office/officeart/2018/2/layout/IconVerticalSolidList"/>
    <dgm:cxn modelId="{9C244B14-E86C-BC40-988F-1FB85784EFD1}" type="presParOf" srcId="{7FC99227-A84C-489B-8380-8DE01524946A}" destId="{E4117DCC-5C70-488B-ACEF-BAB4712342F1}" srcOrd="1" destOrd="0" presId="urn:microsoft.com/office/officeart/2018/2/layout/IconVerticalSolidList"/>
    <dgm:cxn modelId="{BA06F263-F7B1-9842-95BB-0A9630B0DBE4}" type="presParOf" srcId="{7FC99227-A84C-489B-8380-8DE01524946A}" destId="{4FF98C0C-0BAE-4AD6-ACA3-7B6D96AAEC36}" srcOrd="2" destOrd="0" presId="urn:microsoft.com/office/officeart/2018/2/layout/IconVerticalSolidList"/>
    <dgm:cxn modelId="{BF0301B1-27E6-8249-B603-BABF62878A6B}" type="presParOf" srcId="{7FC99227-A84C-489B-8380-8DE01524946A}" destId="{4101DE82-1954-4ECE-9558-B8A21DE88367}" srcOrd="3" destOrd="0" presId="urn:microsoft.com/office/officeart/2018/2/layout/IconVerticalSolidList"/>
    <dgm:cxn modelId="{8CC49C1A-D02E-3046-8C05-1EE5DC594A2A}" type="presParOf" srcId="{FD47FDB1-0BE7-4C6A-AE23-F8C11A025636}" destId="{9550AA6A-8183-48CF-8FBB-867DBAD8C87F}" srcOrd="13" destOrd="0" presId="urn:microsoft.com/office/officeart/2018/2/layout/IconVerticalSolidList"/>
    <dgm:cxn modelId="{1B3B43B9-AF1E-2347-A42D-D46FCF346D74}" type="presParOf" srcId="{FD47FDB1-0BE7-4C6A-AE23-F8C11A025636}" destId="{F0B0C3C9-DEF5-4845-82B0-F37C4F86FE49}" srcOrd="14" destOrd="0" presId="urn:microsoft.com/office/officeart/2018/2/layout/IconVerticalSolidList"/>
    <dgm:cxn modelId="{6BAE30D6-4A30-8347-93E3-758D712FC754}" type="presParOf" srcId="{F0B0C3C9-DEF5-4845-82B0-F37C4F86FE49}" destId="{1C8B2489-4883-4E5D-BF99-D60A4B16A020}" srcOrd="0" destOrd="0" presId="urn:microsoft.com/office/officeart/2018/2/layout/IconVerticalSolidList"/>
    <dgm:cxn modelId="{58AB8C3A-149C-1147-BF80-74EFC47392DE}" type="presParOf" srcId="{F0B0C3C9-DEF5-4845-82B0-F37C4F86FE49}" destId="{845A92EA-9EED-45BC-8BC4-E0738F0D8B0D}" srcOrd="1" destOrd="0" presId="urn:microsoft.com/office/officeart/2018/2/layout/IconVerticalSolidList"/>
    <dgm:cxn modelId="{D6EEAE62-EEF9-D648-BFF1-335B895D18AD}" type="presParOf" srcId="{F0B0C3C9-DEF5-4845-82B0-F37C4F86FE49}" destId="{2AF294B8-BD7D-46E9-9154-891084CAED3C}" srcOrd="2" destOrd="0" presId="urn:microsoft.com/office/officeart/2018/2/layout/IconVerticalSolidList"/>
    <dgm:cxn modelId="{8A580BFB-556B-E849-A4B8-B8B46E757C2C}" type="presParOf" srcId="{F0B0C3C9-DEF5-4845-82B0-F37C4F86FE49}" destId="{8991EFAC-EEDA-4E15-8F72-E9B5EA1BA2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47FBB1-6285-4842-86AD-F67A79AD82E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0AD9C0-3A4B-4B74-8E35-EE70908D62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Operational Efficiency: Anticipated 2-3% improvement.</a:t>
          </a:r>
        </a:p>
      </dgm:t>
    </dgm:pt>
    <dgm:pt modelId="{64F326EC-6834-46BD-847E-3ED0855B423E}" type="parTrans" cxnId="{ECDEF3E5-C7F1-49F6-A6D7-FE560FAC3E3B}">
      <dgm:prSet/>
      <dgm:spPr/>
      <dgm:t>
        <a:bodyPr/>
        <a:lstStyle/>
        <a:p>
          <a:endParaRPr lang="en-US"/>
        </a:p>
      </dgm:t>
    </dgm:pt>
    <dgm:pt modelId="{D156D3B9-7D64-4C6A-A670-78CD217D948D}" type="sibTrans" cxnId="{ECDEF3E5-C7F1-49F6-A6D7-FE560FAC3E3B}">
      <dgm:prSet/>
      <dgm:spPr/>
      <dgm:t>
        <a:bodyPr/>
        <a:lstStyle/>
        <a:p>
          <a:endParaRPr lang="en-US"/>
        </a:p>
      </dgm:t>
    </dgm:pt>
    <dgm:pt modelId="{26078DA4-F02C-4A4B-AC5D-F6869DC293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Cost Savings: Projected $3-5M annually.</a:t>
          </a:r>
        </a:p>
      </dgm:t>
    </dgm:pt>
    <dgm:pt modelId="{C2AF0062-2A07-415F-BC79-500DE5FCBDE7}" type="parTrans" cxnId="{D3E3BE8E-3045-48C7-8821-5E288FB5524C}">
      <dgm:prSet/>
      <dgm:spPr/>
      <dgm:t>
        <a:bodyPr/>
        <a:lstStyle/>
        <a:p>
          <a:endParaRPr lang="en-US"/>
        </a:p>
      </dgm:t>
    </dgm:pt>
    <dgm:pt modelId="{9C2BB526-FC01-4B08-87DA-D64C9BB947B1}" type="sibTrans" cxnId="{D3E3BE8E-3045-48C7-8821-5E288FB5524C}">
      <dgm:prSet/>
      <dgm:spPr/>
      <dgm:t>
        <a:bodyPr/>
        <a:lstStyle/>
        <a:p>
          <a:endParaRPr lang="en-US"/>
        </a:p>
      </dgm:t>
    </dgm:pt>
    <dgm:pt modelId="{14595D87-949B-4651-8209-FAF25FA335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Emission Reduction: Estimated 300,000 tons of CO2 annually.</a:t>
          </a:r>
        </a:p>
      </dgm:t>
    </dgm:pt>
    <dgm:pt modelId="{79F14FA3-8F50-416C-AD0C-60E3937E7130}" type="parTrans" cxnId="{2DA12822-E54F-4236-8A3F-D5B24BC903B7}">
      <dgm:prSet/>
      <dgm:spPr/>
      <dgm:t>
        <a:bodyPr/>
        <a:lstStyle/>
        <a:p>
          <a:endParaRPr lang="en-US"/>
        </a:p>
      </dgm:t>
    </dgm:pt>
    <dgm:pt modelId="{5FA28593-C7D0-451C-9D12-2ECAC29C1303}" type="sibTrans" cxnId="{2DA12822-E54F-4236-8A3F-D5B24BC903B7}">
      <dgm:prSet/>
      <dgm:spPr/>
      <dgm:t>
        <a:bodyPr/>
        <a:lstStyle/>
        <a:p>
          <a:endParaRPr lang="en-US"/>
        </a:p>
      </dgm:t>
    </dgm:pt>
    <dgm:pt modelId="{6FD12622-0D1E-4886-A4D8-8A96DEE4409F}" type="pres">
      <dgm:prSet presAssocID="{DD47FBB1-6285-4842-86AD-F67A79AD82EB}" presName="root" presStyleCnt="0">
        <dgm:presLayoutVars>
          <dgm:dir/>
          <dgm:resizeHandles val="exact"/>
        </dgm:presLayoutVars>
      </dgm:prSet>
      <dgm:spPr/>
    </dgm:pt>
    <dgm:pt modelId="{6CDA2F12-0ACE-4F24-9F56-3A02D533E409}" type="pres">
      <dgm:prSet presAssocID="{9A0AD9C0-3A4B-4B74-8E35-EE70908D62F2}" presName="compNode" presStyleCnt="0"/>
      <dgm:spPr/>
    </dgm:pt>
    <dgm:pt modelId="{76E3C38B-4804-4719-8BFA-E4974913D024}" type="pres">
      <dgm:prSet presAssocID="{9A0AD9C0-3A4B-4B74-8E35-EE70908D62F2}" presName="bgRect" presStyleLbl="bgShp" presStyleIdx="0" presStyleCnt="3"/>
      <dgm:spPr/>
    </dgm:pt>
    <dgm:pt modelId="{6C2880A3-6EBE-4529-8CB1-F9CFA1FC01FF}" type="pres">
      <dgm:prSet presAssocID="{9A0AD9C0-3A4B-4B74-8E35-EE70908D62F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D235700-1E0C-40B0-91AF-22F0117D853F}" type="pres">
      <dgm:prSet presAssocID="{9A0AD9C0-3A4B-4B74-8E35-EE70908D62F2}" presName="spaceRect" presStyleCnt="0"/>
      <dgm:spPr/>
    </dgm:pt>
    <dgm:pt modelId="{95CF0458-8F3F-4E3D-8A55-E5C3864EE219}" type="pres">
      <dgm:prSet presAssocID="{9A0AD9C0-3A4B-4B74-8E35-EE70908D62F2}" presName="parTx" presStyleLbl="revTx" presStyleIdx="0" presStyleCnt="3">
        <dgm:presLayoutVars>
          <dgm:chMax val="0"/>
          <dgm:chPref val="0"/>
        </dgm:presLayoutVars>
      </dgm:prSet>
      <dgm:spPr/>
    </dgm:pt>
    <dgm:pt modelId="{495879C6-D63C-4D04-BBEB-E62F308CE0C4}" type="pres">
      <dgm:prSet presAssocID="{D156D3B9-7D64-4C6A-A670-78CD217D948D}" presName="sibTrans" presStyleCnt="0"/>
      <dgm:spPr/>
    </dgm:pt>
    <dgm:pt modelId="{6898F86E-FAEE-4A19-BF78-7E675D1D465D}" type="pres">
      <dgm:prSet presAssocID="{26078DA4-F02C-4A4B-AC5D-F6869DC2937B}" presName="compNode" presStyleCnt="0"/>
      <dgm:spPr/>
    </dgm:pt>
    <dgm:pt modelId="{309805F1-136A-46B2-862B-CBC743E063E0}" type="pres">
      <dgm:prSet presAssocID="{26078DA4-F02C-4A4B-AC5D-F6869DC2937B}" presName="bgRect" presStyleLbl="bgShp" presStyleIdx="1" presStyleCnt="3"/>
      <dgm:spPr/>
    </dgm:pt>
    <dgm:pt modelId="{883FA074-3C3A-4DD4-8C2F-0355A7FEDD29}" type="pres">
      <dgm:prSet presAssocID="{26078DA4-F02C-4A4B-AC5D-F6869DC2937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0852D214-BAD1-49B6-AE3E-705B04797044}" type="pres">
      <dgm:prSet presAssocID="{26078DA4-F02C-4A4B-AC5D-F6869DC2937B}" presName="spaceRect" presStyleCnt="0"/>
      <dgm:spPr/>
    </dgm:pt>
    <dgm:pt modelId="{E1E3E26C-42AB-456B-A5DB-F1C68E3A6EA4}" type="pres">
      <dgm:prSet presAssocID="{26078DA4-F02C-4A4B-AC5D-F6869DC2937B}" presName="parTx" presStyleLbl="revTx" presStyleIdx="1" presStyleCnt="3">
        <dgm:presLayoutVars>
          <dgm:chMax val="0"/>
          <dgm:chPref val="0"/>
        </dgm:presLayoutVars>
      </dgm:prSet>
      <dgm:spPr/>
    </dgm:pt>
    <dgm:pt modelId="{177C8F5F-7A01-4AA0-A78B-DAA8943308C2}" type="pres">
      <dgm:prSet presAssocID="{9C2BB526-FC01-4B08-87DA-D64C9BB947B1}" presName="sibTrans" presStyleCnt="0"/>
      <dgm:spPr/>
    </dgm:pt>
    <dgm:pt modelId="{3E4A4DEE-0433-4520-A720-2D2DB0EAF4E5}" type="pres">
      <dgm:prSet presAssocID="{14595D87-949B-4651-8209-FAF25FA33512}" presName="compNode" presStyleCnt="0"/>
      <dgm:spPr/>
    </dgm:pt>
    <dgm:pt modelId="{1F13D40C-77FC-4CCF-8613-AB3C68A99D8F}" type="pres">
      <dgm:prSet presAssocID="{14595D87-949B-4651-8209-FAF25FA33512}" presName="bgRect" presStyleLbl="bgShp" presStyleIdx="2" presStyleCnt="3"/>
      <dgm:spPr/>
    </dgm:pt>
    <dgm:pt modelId="{12168634-DF73-4AC7-8B62-52BA3C395566}" type="pres">
      <dgm:prSet presAssocID="{14595D87-949B-4651-8209-FAF25FA3351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7FBC4A27-F3FC-4E82-98FF-A14B29402DC8}" type="pres">
      <dgm:prSet presAssocID="{14595D87-949B-4651-8209-FAF25FA33512}" presName="spaceRect" presStyleCnt="0"/>
      <dgm:spPr/>
    </dgm:pt>
    <dgm:pt modelId="{E54613BF-5926-4500-9EC3-3E822DB3AA5F}" type="pres">
      <dgm:prSet presAssocID="{14595D87-949B-4651-8209-FAF25FA3351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DA12822-E54F-4236-8A3F-D5B24BC903B7}" srcId="{DD47FBB1-6285-4842-86AD-F67A79AD82EB}" destId="{14595D87-949B-4651-8209-FAF25FA33512}" srcOrd="2" destOrd="0" parTransId="{79F14FA3-8F50-416C-AD0C-60E3937E7130}" sibTransId="{5FA28593-C7D0-451C-9D12-2ECAC29C1303}"/>
    <dgm:cxn modelId="{F0FCE729-F5F1-41ED-A6C5-821436B5705F}" type="presOf" srcId="{DD47FBB1-6285-4842-86AD-F67A79AD82EB}" destId="{6FD12622-0D1E-4886-A4D8-8A96DEE4409F}" srcOrd="0" destOrd="0" presId="urn:microsoft.com/office/officeart/2018/2/layout/IconVerticalSolidList"/>
    <dgm:cxn modelId="{D3E3BE8E-3045-48C7-8821-5E288FB5524C}" srcId="{DD47FBB1-6285-4842-86AD-F67A79AD82EB}" destId="{26078DA4-F02C-4A4B-AC5D-F6869DC2937B}" srcOrd="1" destOrd="0" parTransId="{C2AF0062-2A07-415F-BC79-500DE5FCBDE7}" sibTransId="{9C2BB526-FC01-4B08-87DA-D64C9BB947B1}"/>
    <dgm:cxn modelId="{221E06A1-6538-4F14-9676-F5232D3B1ACF}" type="presOf" srcId="{26078DA4-F02C-4A4B-AC5D-F6869DC2937B}" destId="{E1E3E26C-42AB-456B-A5DB-F1C68E3A6EA4}" srcOrd="0" destOrd="0" presId="urn:microsoft.com/office/officeart/2018/2/layout/IconVerticalSolidList"/>
    <dgm:cxn modelId="{31F518AA-2FD1-4E6E-AA4F-F7D18D04E080}" type="presOf" srcId="{9A0AD9C0-3A4B-4B74-8E35-EE70908D62F2}" destId="{95CF0458-8F3F-4E3D-8A55-E5C3864EE219}" srcOrd="0" destOrd="0" presId="urn:microsoft.com/office/officeart/2018/2/layout/IconVerticalSolidList"/>
    <dgm:cxn modelId="{ECDEF3E5-C7F1-49F6-A6D7-FE560FAC3E3B}" srcId="{DD47FBB1-6285-4842-86AD-F67A79AD82EB}" destId="{9A0AD9C0-3A4B-4B74-8E35-EE70908D62F2}" srcOrd="0" destOrd="0" parTransId="{64F326EC-6834-46BD-847E-3ED0855B423E}" sibTransId="{D156D3B9-7D64-4C6A-A670-78CD217D948D}"/>
    <dgm:cxn modelId="{B6F4A6E8-BA8B-4D82-AA96-B718DDFDAD9D}" type="presOf" srcId="{14595D87-949B-4651-8209-FAF25FA33512}" destId="{E54613BF-5926-4500-9EC3-3E822DB3AA5F}" srcOrd="0" destOrd="0" presId="urn:microsoft.com/office/officeart/2018/2/layout/IconVerticalSolidList"/>
    <dgm:cxn modelId="{F93BF62C-0F6E-4127-B0DE-0A5DBDAF20DF}" type="presParOf" srcId="{6FD12622-0D1E-4886-A4D8-8A96DEE4409F}" destId="{6CDA2F12-0ACE-4F24-9F56-3A02D533E409}" srcOrd="0" destOrd="0" presId="urn:microsoft.com/office/officeart/2018/2/layout/IconVerticalSolidList"/>
    <dgm:cxn modelId="{F8223250-2F97-4E25-A919-E500FA3BDEF0}" type="presParOf" srcId="{6CDA2F12-0ACE-4F24-9F56-3A02D533E409}" destId="{76E3C38B-4804-4719-8BFA-E4974913D024}" srcOrd="0" destOrd="0" presId="urn:microsoft.com/office/officeart/2018/2/layout/IconVerticalSolidList"/>
    <dgm:cxn modelId="{BAFEB5E5-C63F-4FAE-A906-9B8E3C47D1EC}" type="presParOf" srcId="{6CDA2F12-0ACE-4F24-9F56-3A02D533E409}" destId="{6C2880A3-6EBE-4529-8CB1-F9CFA1FC01FF}" srcOrd="1" destOrd="0" presId="urn:microsoft.com/office/officeart/2018/2/layout/IconVerticalSolidList"/>
    <dgm:cxn modelId="{CB1065D5-2485-46D2-B13E-5DF36771509F}" type="presParOf" srcId="{6CDA2F12-0ACE-4F24-9F56-3A02D533E409}" destId="{7D235700-1E0C-40B0-91AF-22F0117D853F}" srcOrd="2" destOrd="0" presId="urn:microsoft.com/office/officeart/2018/2/layout/IconVerticalSolidList"/>
    <dgm:cxn modelId="{4D5B8550-898C-43E9-B97B-72085A1B5961}" type="presParOf" srcId="{6CDA2F12-0ACE-4F24-9F56-3A02D533E409}" destId="{95CF0458-8F3F-4E3D-8A55-E5C3864EE219}" srcOrd="3" destOrd="0" presId="urn:microsoft.com/office/officeart/2018/2/layout/IconVerticalSolidList"/>
    <dgm:cxn modelId="{69253EC0-ECE8-4E33-B5D4-89B2F25DA246}" type="presParOf" srcId="{6FD12622-0D1E-4886-A4D8-8A96DEE4409F}" destId="{495879C6-D63C-4D04-BBEB-E62F308CE0C4}" srcOrd="1" destOrd="0" presId="urn:microsoft.com/office/officeart/2018/2/layout/IconVerticalSolidList"/>
    <dgm:cxn modelId="{EA17C0C0-262F-490F-B47F-AFA65BEDEEA4}" type="presParOf" srcId="{6FD12622-0D1E-4886-A4D8-8A96DEE4409F}" destId="{6898F86E-FAEE-4A19-BF78-7E675D1D465D}" srcOrd="2" destOrd="0" presId="urn:microsoft.com/office/officeart/2018/2/layout/IconVerticalSolidList"/>
    <dgm:cxn modelId="{4315CDFB-0FAA-4740-ACE8-D2214CFC771F}" type="presParOf" srcId="{6898F86E-FAEE-4A19-BF78-7E675D1D465D}" destId="{309805F1-136A-46B2-862B-CBC743E063E0}" srcOrd="0" destOrd="0" presId="urn:microsoft.com/office/officeart/2018/2/layout/IconVerticalSolidList"/>
    <dgm:cxn modelId="{34C5C346-D9CC-4F39-AC86-C53944EB28DD}" type="presParOf" srcId="{6898F86E-FAEE-4A19-BF78-7E675D1D465D}" destId="{883FA074-3C3A-4DD4-8C2F-0355A7FEDD29}" srcOrd="1" destOrd="0" presId="urn:microsoft.com/office/officeart/2018/2/layout/IconVerticalSolidList"/>
    <dgm:cxn modelId="{19AEEBE4-22F3-4299-B9B2-0FE891330646}" type="presParOf" srcId="{6898F86E-FAEE-4A19-BF78-7E675D1D465D}" destId="{0852D214-BAD1-49B6-AE3E-705B04797044}" srcOrd="2" destOrd="0" presId="urn:microsoft.com/office/officeart/2018/2/layout/IconVerticalSolidList"/>
    <dgm:cxn modelId="{B581C356-E733-43DC-844B-6BD6610DCDEE}" type="presParOf" srcId="{6898F86E-FAEE-4A19-BF78-7E675D1D465D}" destId="{E1E3E26C-42AB-456B-A5DB-F1C68E3A6EA4}" srcOrd="3" destOrd="0" presId="urn:microsoft.com/office/officeart/2018/2/layout/IconVerticalSolidList"/>
    <dgm:cxn modelId="{BC7F639C-2DBF-4609-BAD4-7048CE91EBF6}" type="presParOf" srcId="{6FD12622-0D1E-4886-A4D8-8A96DEE4409F}" destId="{177C8F5F-7A01-4AA0-A78B-DAA8943308C2}" srcOrd="3" destOrd="0" presId="urn:microsoft.com/office/officeart/2018/2/layout/IconVerticalSolidList"/>
    <dgm:cxn modelId="{0830354A-E4D8-4983-8278-AB91FFD58BD7}" type="presParOf" srcId="{6FD12622-0D1E-4886-A4D8-8A96DEE4409F}" destId="{3E4A4DEE-0433-4520-A720-2D2DB0EAF4E5}" srcOrd="4" destOrd="0" presId="urn:microsoft.com/office/officeart/2018/2/layout/IconVerticalSolidList"/>
    <dgm:cxn modelId="{0F39FC86-95EF-4683-AB7A-C25DFFCF812E}" type="presParOf" srcId="{3E4A4DEE-0433-4520-A720-2D2DB0EAF4E5}" destId="{1F13D40C-77FC-4CCF-8613-AB3C68A99D8F}" srcOrd="0" destOrd="0" presId="urn:microsoft.com/office/officeart/2018/2/layout/IconVerticalSolidList"/>
    <dgm:cxn modelId="{3E52FA12-A9B1-42E1-B5E1-D839327127A0}" type="presParOf" srcId="{3E4A4DEE-0433-4520-A720-2D2DB0EAF4E5}" destId="{12168634-DF73-4AC7-8B62-52BA3C395566}" srcOrd="1" destOrd="0" presId="urn:microsoft.com/office/officeart/2018/2/layout/IconVerticalSolidList"/>
    <dgm:cxn modelId="{573B6B22-01D5-491A-9F1B-8EB767956084}" type="presParOf" srcId="{3E4A4DEE-0433-4520-A720-2D2DB0EAF4E5}" destId="{7FBC4A27-F3FC-4E82-98FF-A14B29402DC8}" srcOrd="2" destOrd="0" presId="urn:microsoft.com/office/officeart/2018/2/layout/IconVerticalSolidList"/>
    <dgm:cxn modelId="{69592D04-E18E-4D4A-A874-40F12C36C445}" type="presParOf" srcId="{3E4A4DEE-0433-4520-A720-2D2DB0EAF4E5}" destId="{E54613BF-5926-4500-9EC3-3E822DB3AA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B30057F-40E9-4F71-92DB-46C5881F5FF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24CE15-3793-42B2-AE41-5D73B86680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and data science can revolutionize the energy sector by:</a:t>
          </a:r>
        </a:p>
      </dgm:t>
    </dgm:pt>
    <dgm:pt modelId="{7DE5B649-7E32-494D-86C2-05E848738386}" type="parTrans" cxnId="{236BDF9B-7763-425A-963D-F72C5F7B177B}">
      <dgm:prSet/>
      <dgm:spPr/>
      <dgm:t>
        <a:bodyPr/>
        <a:lstStyle/>
        <a:p>
          <a:endParaRPr lang="en-US"/>
        </a:p>
      </dgm:t>
    </dgm:pt>
    <dgm:pt modelId="{FCB726BE-5074-48D1-9DEA-AD86A1B9F8D7}" type="sibTrans" cxnId="{236BDF9B-7763-425A-963D-F72C5F7B177B}">
      <dgm:prSet/>
      <dgm:spPr/>
      <dgm:t>
        <a:bodyPr/>
        <a:lstStyle/>
        <a:p>
          <a:endParaRPr lang="en-US"/>
        </a:p>
      </dgm:t>
    </dgm:pt>
    <dgm:pt modelId="{74A85F70-2208-4DDA-B398-705F7B9F91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Enhancing efficiency</a:t>
          </a:r>
        </a:p>
      </dgm:t>
    </dgm:pt>
    <dgm:pt modelId="{8CDA3C08-155A-4576-8D70-1F4A5DFD02E6}" type="parTrans" cxnId="{97562E57-2A3D-46D1-8E39-EDBAA2016F49}">
      <dgm:prSet/>
      <dgm:spPr/>
      <dgm:t>
        <a:bodyPr/>
        <a:lstStyle/>
        <a:p>
          <a:endParaRPr lang="en-US"/>
        </a:p>
      </dgm:t>
    </dgm:pt>
    <dgm:pt modelId="{AA2B5F27-7238-470F-8D7D-0D24D905163B}" type="sibTrans" cxnId="{97562E57-2A3D-46D1-8E39-EDBAA2016F49}">
      <dgm:prSet/>
      <dgm:spPr/>
      <dgm:t>
        <a:bodyPr/>
        <a:lstStyle/>
        <a:p>
          <a:endParaRPr lang="en-US"/>
        </a:p>
      </dgm:t>
    </dgm:pt>
    <dgm:pt modelId="{62A76622-CBB9-4295-8D64-62C4D77559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Reducing costs</a:t>
          </a:r>
        </a:p>
      </dgm:t>
    </dgm:pt>
    <dgm:pt modelId="{1DA8A16A-F7AF-4A9D-8DB8-44F188C41A59}" type="parTrans" cxnId="{CFCA9F3A-C070-4C15-8B1C-3DADCC658B6A}">
      <dgm:prSet/>
      <dgm:spPr/>
      <dgm:t>
        <a:bodyPr/>
        <a:lstStyle/>
        <a:p>
          <a:endParaRPr lang="en-US"/>
        </a:p>
      </dgm:t>
    </dgm:pt>
    <dgm:pt modelId="{54FE677C-C5B7-4299-829A-CC4B88D3EA89}" type="sibTrans" cxnId="{CFCA9F3A-C070-4C15-8B1C-3DADCC658B6A}">
      <dgm:prSet/>
      <dgm:spPr/>
      <dgm:t>
        <a:bodyPr/>
        <a:lstStyle/>
        <a:p>
          <a:endParaRPr lang="en-US"/>
        </a:p>
      </dgm:t>
    </dgm:pt>
    <dgm:pt modelId="{2AE5AC83-BDD4-411F-94EF-BA93C77585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Supporting sustainability goals</a:t>
          </a:r>
        </a:p>
      </dgm:t>
    </dgm:pt>
    <dgm:pt modelId="{FF6C05F8-185B-428E-A098-96EBA67C3B20}" type="parTrans" cxnId="{212AF802-5E2D-4B83-886F-1602B0718A1A}">
      <dgm:prSet/>
      <dgm:spPr/>
      <dgm:t>
        <a:bodyPr/>
        <a:lstStyle/>
        <a:p>
          <a:endParaRPr lang="en-US"/>
        </a:p>
      </dgm:t>
    </dgm:pt>
    <dgm:pt modelId="{7A334505-6AD3-4415-ACBB-F484F82E906E}" type="sibTrans" cxnId="{212AF802-5E2D-4B83-886F-1602B0718A1A}">
      <dgm:prSet/>
      <dgm:spPr/>
      <dgm:t>
        <a:bodyPr/>
        <a:lstStyle/>
        <a:p>
          <a:endParaRPr lang="en-US"/>
        </a:p>
      </dgm:t>
    </dgm:pt>
    <dgm:pt modelId="{D229546F-3C8D-4DD3-99B1-503A82A404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Drawing from Vistra Corp.'s success, this proposal provides a roadmap to position the organization as a leader in innovation.</a:t>
          </a:r>
        </a:p>
      </dgm:t>
    </dgm:pt>
    <dgm:pt modelId="{8FF45E29-02E6-470E-9D16-7101B3E533EF}" type="parTrans" cxnId="{5D093D3D-D0A7-48A9-A7C5-67E8097E956E}">
      <dgm:prSet/>
      <dgm:spPr/>
      <dgm:t>
        <a:bodyPr/>
        <a:lstStyle/>
        <a:p>
          <a:endParaRPr lang="en-US"/>
        </a:p>
      </dgm:t>
    </dgm:pt>
    <dgm:pt modelId="{0B665A8A-71AE-44E8-83A7-888BE4D308EE}" type="sibTrans" cxnId="{5D093D3D-D0A7-48A9-A7C5-67E8097E956E}">
      <dgm:prSet/>
      <dgm:spPr/>
      <dgm:t>
        <a:bodyPr/>
        <a:lstStyle/>
        <a:p>
          <a:endParaRPr lang="en-US"/>
        </a:p>
      </dgm:t>
    </dgm:pt>
    <dgm:pt modelId="{B70EBA49-C700-412B-AA74-8C094DFFBAF5}" type="pres">
      <dgm:prSet presAssocID="{7B30057F-40E9-4F71-92DB-46C5881F5FFA}" presName="root" presStyleCnt="0">
        <dgm:presLayoutVars>
          <dgm:dir/>
          <dgm:resizeHandles val="exact"/>
        </dgm:presLayoutVars>
      </dgm:prSet>
      <dgm:spPr/>
    </dgm:pt>
    <dgm:pt modelId="{537977CE-6DF7-4BD1-BA2D-6B6F7D744D80}" type="pres">
      <dgm:prSet presAssocID="{9224CE15-3793-42B2-AE41-5D73B866804C}" presName="compNode" presStyleCnt="0"/>
      <dgm:spPr/>
    </dgm:pt>
    <dgm:pt modelId="{C9C00397-C160-42F2-A44A-A6691B48AE50}" type="pres">
      <dgm:prSet presAssocID="{9224CE15-3793-42B2-AE41-5D73B866804C}" presName="bgRect" presStyleLbl="bgShp" presStyleIdx="0" presStyleCnt="5"/>
      <dgm:spPr/>
    </dgm:pt>
    <dgm:pt modelId="{BB99ABE1-7889-4C64-94BD-D10D5B9D9325}" type="pres">
      <dgm:prSet presAssocID="{9224CE15-3793-42B2-AE41-5D73B866804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9246784-12F9-42DC-BE9A-F758E9F87848}" type="pres">
      <dgm:prSet presAssocID="{9224CE15-3793-42B2-AE41-5D73B866804C}" presName="spaceRect" presStyleCnt="0"/>
      <dgm:spPr/>
    </dgm:pt>
    <dgm:pt modelId="{44AD5071-DF32-466D-A0E4-9F4130E57F01}" type="pres">
      <dgm:prSet presAssocID="{9224CE15-3793-42B2-AE41-5D73B866804C}" presName="parTx" presStyleLbl="revTx" presStyleIdx="0" presStyleCnt="5">
        <dgm:presLayoutVars>
          <dgm:chMax val="0"/>
          <dgm:chPref val="0"/>
        </dgm:presLayoutVars>
      </dgm:prSet>
      <dgm:spPr/>
    </dgm:pt>
    <dgm:pt modelId="{05801C05-8F1C-4274-B90E-04BBAD166266}" type="pres">
      <dgm:prSet presAssocID="{FCB726BE-5074-48D1-9DEA-AD86A1B9F8D7}" presName="sibTrans" presStyleCnt="0"/>
      <dgm:spPr/>
    </dgm:pt>
    <dgm:pt modelId="{96903836-B009-4BDD-9024-4CD08F2ED86F}" type="pres">
      <dgm:prSet presAssocID="{74A85F70-2208-4DDA-B398-705F7B9F91E5}" presName="compNode" presStyleCnt="0"/>
      <dgm:spPr/>
    </dgm:pt>
    <dgm:pt modelId="{9016964C-7048-438F-9D00-07105BE54263}" type="pres">
      <dgm:prSet presAssocID="{74A85F70-2208-4DDA-B398-705F7B9F91E5}" presName="bgRect" presStyleLbl="bgShp" presStyleIdx="1" presStyleCnt="5"/>
      <dgm:spPr/>
    </dgm:pt>
    <dgm:pt modelId="{A6233B5B-EB45-494C-B496-E7443D6380D5}" type="pres">
      <dgm:prSet presAssocID="{74A85F70-2208-4DDA-B398-705F7B9F91E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2E18250-4B26-41D0-AF4C-A538334634A3}" type="pres">
      <dgm:prSet presAssocID="{74A85F70-2208-4DDA-B398-705F7B9F91E5}" presName="spaceRect" presStyleCnt="0"/>
      <dgm:spPr/>
    </dgm:pt>
    <dgm:pt modelId="{14BB39A0-7F64-42C8-BB10-835FB903A5DA}" type="pres">
      <dgm:prSet presAssocID="{74A85F70-2208-4DDA-B398-705F7B9F91E5}" presName="parTx" presStyleLbl="revTx" presStyleIdx="1" presStyleCnt="5">
        <dgm:presLayoutVars>
          <dgm:chMax val="0"/>
          <dgm:chPref val="0"/>
        </dgm:presLayoutVars>
      </dgm:prSet>
      <dgm:spPr/>
    </dgm:pt>
    <dgm:pt modelId="{0CF6D9BD-3934-4E84-AE68-6D553FEFE945}" type="pres">
      <dgm:prSet presAssocID="{AA2B5F27-7238-470F-8D7D-0D24D905163B}" presName="sibTrans" presStyleCnt="0"/>
      <dgm:spPr/>
    </dgm:pt>
    <dgm:pt modelId="{89D2ED75-4E2F-4B4C-BD73-3BE43C73D016}" type="pres">
      <dgm:prSet presAssocID="{62A76622-CBB9-4295-8D64-62C4D77559D5}" presName="compNode" presStyleCnt="0"/>
      <dgm:spPr/>
    </dgm:pt>
    <dgm:pt modelId="{A49D352E-BAD4-4AFD-B615-244A0CF44B18}" type="pres">
      <dgm:prSet presAssocID="{62A76622-CBB9-4295-8D64-62C4D77559D5}" presName="bgRect" presStyleLbl="bgShp" presStyleIdx="2" presStyleCnt="5"/>
      <dgm:spPr/>
    </dgm:pt>
    <dgm:pt modelId="{B5267E46-F6D3-4DBB-BD53-A5A97794C80A}" type="pres">
      <dgm:prSet presAssocID="{62A76622-CBB9-4295-8D64-62C4D77559D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C915B26D-CE56-4813-9F0F-DE42BC2EC394}" type="pres">
      <dgm:prSet presAssocID="{62A76622-CBB9-4295-8D64-62C4D77559D5}" presName="spaceRect" presStyleCnt="0"/>
      <dgm:spPr/>
    </dgm:pt>
    <dgm:pt modelId="{E425CA78-1D9C-4925-BBB8-FEAC6DCE7A34}" type="pres">
      <dgm:prSet presAssocID="{62A76622-CBB9-4295-8D64-62C4D77559D5}" presName="parTx" presStyleLbl="revTx" presStyleIdx="2" presStyleCnt="5">
        <dgm:presLayoutVars>
          <dgm:chMax val="0"/>
          <dgm:chPref val="0"/>
        </dgm:presLayoutVars>
      </dgm:prSet>
      <dgm:spPr/>
    </dgm:pt>
    <dgm:pt modelId="{07ABE423-2FD7-4B67-8237-B1B3EA82FA70}" type="pres">
      <dgm:prSet presAssocID="{54FE677C-C5B7-4299-829A-CC4B88D3EA89}" presName="sibTrans" presStyleCnt="0"/>
      <dgm:spPr/>
    </dgm:pt>
    <dgm:pt modelId="{0B13A6F4-BE40-4BB1-9C18-DCF1C56CE167}" type="pres">
      <dgm:prSet presAssocID="{2AE5AC83-BDD4-411F-94EF-BA93C77585F8}" presName="compNode" presStyleCnt="0"/>
      <dgm:spPr/>
    </dgm:pt>
    <dgm:pt modelId="{CCB6230D-04EB-4712-B49E-84D97A019736}" type="pres">
      <dgm:prSet presAssocID="{2AE5AC83-BDD4-411F-94EF-BA93C77585F8}" presName="bgRect" presStyleLbl="bgShp" presStyleIdx="3" presStyleCnt="5"/>
      <dgm:spPr/>
    </dgm:pt>
    <dgm:pt modelId="{BA2CE54C-B324-45FA-B552-952F55B139A8}" type="pres">
      <dgm:prSet presAssocID="{2AE5AC83-BDD4-411F-94EF-BA93C77585F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05DC87F3-E360-4AFB-B8C4-0482E6EC138A}" type="pres">
      <dgm:prSet presAssocID="{2AE5AC83-BDD4-411F-94EF-BA93C77585F8}" presName="spaceRect" presStyleCnt="0"/>
      <dgm:spPr/>
    </dgm:pt>
    <dgm:pt modelId="{5C2A1740-0901-48CF-8012-850A903358BD}" type="pres">
      <dgm:prSet presAssocID="{2AE5AC83-BDD4-411F-94EF-BA93C77585F8}" presName="parTx" presStyleLbl="revTx" presStyleIdx="3" presStyleCnt="5">
        <dgm:presLayoutVars>
          <dgm:chMax val="0"/>
          <dgm:chPref val="0"/>
        </dgm:presLayoutVars>
      </dgm:prSet>
      <dgm:spPr/>
    </dgm:pt>
    <dgm:pt modelId="{5691640C-07E0-4311-A9F2-AAE4EFB83B57}" type="pres">
      <dgm:prSet presAssocID="{7A334505-6AD3-4415-ACBB-F484F82E906E}" presName="sibTrans" presStyleCnt="0"/>
      <dgm:spPr/>
    </dgm:pt>
    <dgm:pt modelId="{2B658441-A01C-41BA-938E-4BC8DA81B1AA}" type="pres">
      <dgm:prSet presAssocID="{D229546F-3C8D-4DD3-99B1-503A82A404E8}" presName="compNode" presStyleCnt="0"/>
      <dgm:spPr/>
    </dgm:pt>
    <dgm:pt modelId="{4BDA0784-D562-4049-832B-080E5FB6AB2D}" type="pres">
      <dgm:prSet presAssocID="{D229546F-3C8D-4DD3-99B1-503A82A404E8}" presName="bgRect" presStyleLbl="bgShp" presStyleIdx="4" presStyleCnt="5"/>
      <dgm:spPr/>
    </dgm:pt>
    <dgm:pt modelId="{43A973A1-647E-466D-BA86-8157036CBB75}" type="pres">
      <dgm:prSet presAssocID="{D229546F-3C8D-4DD3-99B1-503A82A404E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628320A-71EA-4C05-BD31-04A60E4CCDD2}" type="pres">
      <dgm:prSet presAssocID="{D229546F-3C8D-4DD3-99B1-503A82A404E8}" presName="spaceRect" presStyleCnt="0"/>
      <dgm:spPr/>
    </dgm:pt>
    <dgm:pt modelId="{9ED0C438-FF0C-47FA-BEFB-50F0BFA4D18F}" type="pres">
      <dgm:prSet presAssocID="{D229546F-3C8D-4DD3-99B1-503A82A404E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8040302-68AD-49C4-99D4-549EC8962630}" type="presOf" srcId="{9224CE15-3793-42B2-AE41-5D73B866804C}" destId="{44AD5071-DF32-466D-A0E4-9F4130E57F01}" srcOrd="0" destOrd="0" presId="urn:microsoft.com/office/officeart/2018/2/layout/IconVerticalSolidList"/>
    <dgm:cxn modelId="{212AF802-5E2D-4B83-886F-1602B0718A1A}" srcId="{7B30057F-40E9-4F71-92DB-46C5881F5FFA}" destId="{2AE5AC83-BDD4-411F-94EF-BA93C77585F8}" srcOrd="3" destOrd="0" parTransId="{FF6C05F8-185B-428E-A098-96EBA67C3B20}" sibTransId="{7A334505-6AD3-4415-ACBB-F484F82E906E}"/>
    <dgm:cxn modelId="{4A086B2A-E5CD-4E91-BB5B-B30135D1B9DF}" type="presOf" srcId="{62A76622-CBB9-4295-8D64-62C4D77559D5}" destId="{E425CA78-1D9C-4925-BBB8-FEAC6DCE7A34}" srcOrd="0" destOrd="0" presId="urn:microsoft.com/office/officeart/2018/2/layout/IconVerticalSolidList"/>
    <dgm:cxn modelId="{CFCA9F3A-C070-4C15-8B1C-3DADCC658B6A}" srcId="{7B30057F-40E9-4F71-92DB-46C5881F5FFA}" destId="{62A76622-CBB9-4295-8D64-62C4D77559D5}" srcOrd="2" destOrd="0" parTransId="{1DA8A16A-F7AF-4A9D-8DB8-44F188C41A59}" sibTransId="{54FE677C-C5B7-4299-829A-CC4B88D3EA89}"/>
    <dgm:cxn modelId="{5D093D3D-D0A7-48A9-A7C5-67E8097E956E}" srcId="{7B30057F-40E9-4F71-92DB-46C5881F5FFA}" destId="{D229546F-3C8D-4DD3-99B1-503A82A404E8}" srcOrd="4" destOrd="0" parTransId="{8FF45E29-02E6-470E-9D16-7101B3E533EF}" sibTransId="{0B665A8A-71AE-44E8-83A7-888BE4D308EE}"/>
    <dgm:cxn modelId="{97562E57-2A3D-46D1-8E39-EDBAA2016F49}" srcId="{7B30057F-40E9-4F71-92DB-46C5881F5FFA}" destId="{74A85F70-2208-4DDA-B398-705F7B9F91E5}" srcOrd="1" destOrd="0" parTransId="{8CDA3C08-155A-4576-8D70-1F4A5DFD02E6}" sibTransId="{AA2B5F27-7238-470F-8D7D-0D24D905163B}"/>
    <dgm:cxn modelId="{00140668-E585-4E95-8E72-D8F672F8207F}" type="presOf" srcId="{D229546F-3C8D-4DD3-99B1-503A82A404E8}" destId="{9ED0C438-FF0C-47FA-BEFB-50F0BFA4D18F}" srcOrd="0" destOrd="0" presId="urn:microsoft.com/office/officeart/2018/2/layout/IconVerticalSolidList"/>
    <dgm:cxn modelId="{C8D87C89-A41F-4EC5-ADD4-37E571E1677D}" type="presOf" srcId="{2AE5AC83-BDD4-411F-94EF-BA93C77585F8}" destId="{5C2A1740-0901-48CF-8012-850A903358BD}" srcOrd="0" destOrd="0" presId="urn:microsoft.com/office/officeart/2018/2/layout/IconVerticalSolidList"/>
    <dgm:cxn modelId="{236BDF9B-7763-425A-963D-F72C5F7B177B}" srcId="{7B30057F-40E9-4F71-92DB-46C5881F5FFA}" destId="{9224CE15-3793-42B2-AE41-5D73B866804C}" srcOrd="0" destOrd="0" parTransId="{7DE5B649-7E32-494D-86C2-05E848738386}" sibTransId="{FCB726BE-5074-48D1-9DEA-AD86A1B9F8D7}"/>
    <dgm:cxn modelId="{53DB07A5-094E-4B6B-AD80-179C6644513F}" type="presOf" srcId="{7B30057F-40E9-4F71-92DB-46C5881F5FFA}" destId="{B70EBA49-C700-412B-AA74-8C094DFFBAF5}" srcOrd="0" destOrd="0" presId="urn:microsoft.com/office/officeart/2018/2/layout/IconVerticalSolidList"/>
    <dgm:cxn modelId="{6C04E9E9-1395-42AE-9736-5FAA5D2686DD}" type="presOf" srcId="{74A85F70-2208-4DDA-B398-705F7B9F91E5}" destId="{14BB39A0-7F64-42C8-BB10-835FB903A5DA}" srcOrd="0" destOrd="0" presId="urn:microsoft.com/office/officeart/2018/2/layout/IconVerticalSolidList"/>
    <dgm:cxn modelId="{1F57374F-DDA8-4E63-AD0F-EB509449C6F6}" type="presParOf" srcId="{B70EBA49-C700-412B-AA74-8C094DFFBAF5}" destId="{537977CE-6DF7-4BD1-BA2D-6B6F7D744D80}" srcOrd="0" destOrd="0" presId="urn:microsoft.com/office/officeart/2018/2/layout/IconVerticalSolidList"/>
    <dgm:cxn modelId="{39A1EFC8-6CF6-4893-AFB2-6E2B808EF709}" type="presParOf" srcId="{537977CE-6DF7-4BD1-BA2D-6B6F7D744D80}" destId="{C9C00397-C160-42F2-A44A-A6691B48AE50}" srcOrd="0" destOrd="0" presId="urn:microsoft.com/office/officeart/2018/2/layout/IconVerticalSolidList"/>
    <dgm:cxn modelId="{33723460-132B-4CB0-A896-2365B4468D4F}" type="presParOf" srcId="{537977CE-6DF7-4BD1-BA2D-6B6F7D744D80}" destId="{BB99ABE1-7889-4C64-94BD-D10D5B9D9325}" srcOrd="1" destOrd="0" presId="urn:microsoft.com/office/officeart/2018/2/layout/IconVerticalSolidList"/>
    <dgm:cxn modelId="{CCCB5992-8BD0-4B22-9208-13D09E3AEF0C}" type="presParOf" srcId="{537977CE-6DF7-4BD1-BA2D-6B6F7D744D80}" destId="{A9246784-12F9-42DC-BE9A-F758E9F87848}" srcOrd="2" destOrd="0" presId="urn:microsoft.com/office/officeart/2018/2/layout/IconVerticalSolidList"/>
    <dgm:cxn modelId="{A36C1429-DB09-4871-81F6-C3E7534D005F}" type="presParOf" srcId="{537977CE-6DF7-4BD1-BA2D-6B6F7D744D80}" destId="{44AD5071-DF32-466D-A0E4-9F4130E57F01}" srcOrd="3" destOrd="0" presId="urn:microsoft.com/office/officeart/2018/2/layout/IconVerticalSolidList"/>
    <dgm:cxn modelId="{B7B38863-6907-4C8A-855F-EF55EB013439}" type="presParOf" srcId="{B70EBA49-C700-412B-AA74-8C094DFFBAF5}" destId="{05801C05-8F1C-4274-B90E-04BBAD166266}" srcOrd="1" destOrd="0" presId="urn:microsoft.com/office/officeart/2018/2/layout/IconVerticalSolidList"/>
    <dgm:cxn modelId="{EB2F0042-5310-4944-BD58-7CDADB7A4C39}" type="presParOf" srcId="{B70EBA49-C700-412B-AA74-8C094DFFBAF5}" destId="{96903836-B009-4BDD-9024-4CD08F2ED86F}" srcOrd="2" destOrd="0" presId="urn:microsoft.com/office/officeart/2018/2/layout/IconVerticalSolidList"/>
    <dgm:cxn modelId="{B38EFF66-6476-4B05-B5AF-74B972529D56}" type="presParOf" srcId="{96903836-B009-4BDD-9024-4CD08F2ED86F}" destId="{9016964C-7048-438F-9D00-07105BE54263}" srcOrd="0" destOrd="0" presId="urn:microsoft.com/office/officeart/2018/2/layout/IconVerticalSolidList"/>
    <dgm:cxn modelId="{B1B2C1DA-4347-41EA-8174-61E6CD4FDC93}" type="presParOf" srcId="{96903836-B009-4BDD-9024-4CD08F2ED86F}" destId="{A6233B5B-EB45-494C-B496-E7443D6380D5}" srcOrd="1" destOrd="0" presId="urn:microsoft.com/office/officeart/2018/2/layout/IconVerticalSolidList"/>
    <dgm:cxn modelId="{3D5F42D2-4C36-461C-BF7D-580AE68FB6FD}" type="presParOf" srcId="{96903836-B009-4BDD-9024-4CD08F2ED86F}" destId="{22E18250-4B26-41D0-AF4C-A538334634A3}" srcOrd="2" destOrd="0" presId="urn:microsoft.com/office/officeart/2018/2/layout/IconVerticalSolidList"/>
    <dgm:cxn modelId="{D9887713-571B-43C2-82C3-8AD7AC5B1A98}" type="presParOf" srcId="{96903836-B009-4BDD-9024-4CD08F2ED86F}" destId="{14BB39A0-7F64-42C8-BB10-835FB903A5DA}" srcOrd="3" destOrd="0" presId="urn:microsoft.com/office/officeart/2018/2/layout/IconVerticalSolidList"/>
    <dgm:cxn modelId="{9BAA8F8B-293E-4928-ABFA-D9D7C79815A4}" type="presParOf" srcId="{B70EBA49-C700-412B-AA74-8C094DFFBAF5}" destId="{0CF6D9BD-3934-4E84-AE68-6D553FEFE945}" srcOrd="3" destOrd="0" presId="urn:microsoft.com/office/officeart/2018/2/layout/IconVerticalSolidList"/>
    <dgm:cxn modelId="{74B4A424-56FF-4F07-8E82-1A87974A288E}" type="presParOf" srcId="{B70EBA49-C700-412B-AA74-8C094DFFBAF5}" destId="{89D2ED75-4E2F-4B4C-BD73-3BE43C73D016}" srcOrd="4" destOrd="0" presId="urn:microsoft.com/office/officeart/2018/2/layout/IconVerticalSolidList"/>
    <dgm:cxn modelId="{D9A296F4-83E7-48D8-A779-1CFD1449A9BC}" type="presParOf" srcId="{89D2ED75-4E2F-4B4C-BD73-3BE43C73D016}" destId="{A49D352E-BAD4-4AFD-B615-244A0CF44B18}" srcOrd="0" destOrd="0" presId="urn:microsoft.com/office/officeart/2018/2/layout/IconVerticalSolidList"/>
    <dgm:cxn modelId="{43D8B922-A368-4D42-9CDB-839ACDD5979C}" type="presParOf" srcId="{89D2ED75-4E2F-4B4C-BD73-3BE43C73D016}" destId="{B5267E46-F6D3-4DBB-BD53-A5A97794C80A}" srcOrd="1" destOrd="0" presId="urn:microsoft.com/office/officeart/2018/2/layout/IconVerticalSolidList"/>
    <dgm:cxn modelId="{0854D554-7231-4D9F-B207-291009FA39E8}" type="presParOf" srcId="{89D2ED75-4E2F-4B4C-BD73-3BE43C73D016}" destId="{C915B26D-CE56-4813-9F0F-DE42BC2EC394}" srcOrd="2" destOrd="0" presId="urn:microsoft.com/office/officeart/2018/2/layout/IconVerticalSolidList"/>
    <dgm:cxn modelId="{F58E261D-8571-428A-8C73-E4AE6538421A}" type="presParOf" srcId="{89D2ED75-4E2F-4B4C-BD73-3BE43C73D016}" destId="{E425CA78-1D9C-4925-BBB8-FEAC6DCE7A34}" srcOrd="3" destOrd="0" presId="urn:microsoft.com/office/officeart/2018/2/layout/IconVerticalSolidList"/>
    <dgm:cxn modelId="{6DE6FB56-566B-498A-B271-8C99E7711A69}" type="presParOf" srcId="{B70EBA49-C700-412B-AA74-8C094DFFBAF5}" destId="{07ABE423-2FD7-4B67-8237-B1B3EA82FA70}" srcOrd="5" destOrd="0" presId="urn:microsoft.com/office/officeart/2018/2/layout/IconVerticalSolidList"/>
    <dgm:cxn modelId="{87BB768E-F4D0-4DAE-9A9F-0ABF5BADB45C}" type="presParOf" srcId="{B70EBA49-C700-412B-AA74-8C094DFFBAF5}" destId="{0B13A6F4-BE40-4BB1-9C18-DCF1C56CE167}" srcOrd="6" destOrd="0" presId="urn:microsoft.com/office/officeart/2018/2/layout/IconVerticalSolidList"/>
    <dgm:cxn modelId="{4D174CE9-1C9B-4710-A024-A038B5B05257}" type="presParOf" srcId="{0B13A6F4-BE40-4BB1-9C18-DCF1C56CE167}" destId="{CCB6230D-04EB-4712-B49E-84D97A019736}" srcOrd="0" destOrd="0" presId="urn:microsoft.com/office/officeart/2018/2/layout/IconVerticalSolidList"/>
    <dgm:cxn modelId="{D1262B54-6C45-4571-9429-27C2BA103429}" type="presParOf" srcId="{0B13A6F4-BE40-4BB1-9C18-DCF1C56CE167}" destId="{BA2CE54C-B324-45FA-B552-952F55B139A8}" srcOrd="1" destOrd="0" presId="urn:microsoft.com/office/officeart/2018/2/layout/IconVerticalSolidList"/>
    <dgm:cxn modelId="{566513DD-C35F-43C8-BEEF-FF96D1E5256D}" type="presParOf" srcId="{0B13A6F4-BE40-4BB1-9C18-DCF1C56CE167}" destId="{05DC87F3-E360-4AFB-B8C4-0482E6EC138A}" srcOrd="2" destOrd="0" presId="urn:microsoft.com/office/officeart/2018/2/layout/IconVerticalSolidList"/>
    <dgm:cxn modelId="{45EF42E5-CF16-4859-9276-C1DAC4101B6E}" type="presParOf" srcId="{0B13A6F4-BE40-4BB1-9C18-DCF1C56CE167}" destId="{5C2A1740-0901-48CF-8012-850A903358BD}" srcOrd="3" destOrd="0" presId="urn:microsoft.com/office/officeart/2018/2/layout/IconVerticalSolidList"/>
    <dgm:cxn modelId="{3D6D56EA-26A0-4B30-92A5-59BFAA780370}" type="presParOf" srcId="{B70EBA49-C700-412B-AA74-8C094DFFBAF5}" destId="{5691640C-07E0-4311-A9F2-AAE4EFB83B57}" srcOrd="7" destOrd="0" presId="urn:microsoft.com/office/officeart/2018/2/layout/IconVerticalSolidList"/>
    <dgm:cxn modelId="{8D0AE62F-3307-44F1-83D9-61165AED2C1A}" type="presParOf" srcId="{B70EBA49-C700-412B-AA74-8C094DFFBAF5}" destId="{2B658441-A01C-41BA-938E-4BC8DA81B1AA}" srcOrd="8" destOrd="0" presId="urn:microsoft.com/office/officeart/2018/2/layout/IconVerticalSolidList"/>
    <dgm:cxn modelId="{E3E4E260-BEE7-4479-ABD2-0AC8E567C107}" type="presParOf" srcId="{2B658441-A01C-41BA-938E-4BC8DA81B1AA}" destId="{4BDA0784-D562-4049-832B-080E5FB6AB2D}" srcOrd="0" destOrd="0" presId="urn:microsoft.com/office/officeart/2018/2/layout/IconVerticalSolidList"/>
    <dgm:cxn modelId="{E0F74441-E4BC-403F-A5B2-C2FFCE488049}" type="presParOf" srcId="{2B658441-A01C-41BA-938E-4BC8DA81B1AA}" destId="{43A973A1-647E-466D-BA86-8157036CBB75}" srcOrd="1" destOrd="0" presId="urn:microsoft.com/office/officeart/2018/2/layout/IconVerticalSolidList"/>
    <dgm:cxn modelId="{DD981B43-B461-47EE-980F-C718597E02D0}" type="presParOf" srcId="{2B658441-A01C-41BA-938E-4BC8DA81B1AA}" destId="{A628320A-71EA-4C05-BD31-04A60E4CCDD2}" srcOrd="2" destOrd="0" presId="urn:microsoft.com/office/officeart/2018/2/layout/IconVerticalSolidList"/>
    <dgm:cxn modelId="{07F4C44E-D0DF-4419-888B-88D4FC8BE33F}" type="presParOf" srcId="{2B658441-A01C-41BA-938E-4BC8DA81B1AA}" destId="{9ED0C438-FF0C-47FA-BEFB-50F0BFA4D1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A1F898-FD76-4587-8B26-103637343CEB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366A1-95A8-4A6E-AFFC-FB315F9A84A7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Enhance operational efficiency through data analytics.</a:t>
          </a:r>
        </a:p>
      </dsp:txBody>
      <dsp:txXfrm>
        <a:off x="25435" y="2276522"/>
        <a:ext cx="1800000" cy="720000"/>
      </dsp:txXfrm>
    </dsp:sp>
    <dsp:sp modelId="{C465366C-FC8C-4EC3-87CB-BF1DA5B1EA2E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CDADEC-084D-422E-B697-8D1B435FD7DB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Implement predictive maintenance to reduce downtime.</a:t>
          </a:r>
        </a:p>
      </dsp:txBody>
      <dsp:txXfrm>
        <a:off x="2140435" y="2276522"/>
        <a:ext cx="1800000" cy="720000"/>
      </dsp:txXfrm>
    </dsp:sp>
    <dsp:sp modelId="{A30E1DC1-F8E0-4BEC-8DBF-9CB0CBCBCA44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4AB03-3305-4466-A0EC-39C36B1768E4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Reduce emissions and achieve sustainability goals.</a:t>
          </a:r>
        </a:p>
      </dsp:txBody>
      <dsp:txXfrm>
        <a:off x="4255435" y="2276522"/>
        <a:ext cx="1800000" cy="720000"/>
      </dsp:txXfrm>
    </dsp:sp>
    <dsp:sp modelId="{CA8F19F7-C374-4C7A-9B80-D43BCA05ECE3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8F24D-CD94-493A-95B0-B7C66AE89527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Develop a unified data platform for informed decision-making.</a:t>
          </a:r>
        </a:p>
      </dsp:txBody>
      <dsp:txXfrm>
        <a:off x="6370435" y="227652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EFE9D-F51D-4DDA-92DB-DAB093F3D2FE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1EBBBB-69CA-492C-A491-4D6024F2C7E5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CA154E-E0F1-49A3-BF58-9E94331DC331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1. Predictive Maintenance: Use LSTM models to forecast equipment failures.</a:t>
          </a:r>
        </a:p>
      </dsp:txBody>
      <dsp:txXfrm>
        <a:off x="1340173" y="795493"/>
        <a:ext cx="2552269" cy="1082781"/>
      </dsp:txXfrm>
    </dsp:sp>
    <dsp:sp modelId="{391E9149-D8BC-4042-BB43-55C98D1BAD22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3841D4-52D5-408B-BF17-696ED8B56CCB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E0FB2-F289-4775-B9BD-7C2F9D2AE932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2. Energy Optimization: Apply reinforcement learning for dynamic adjustments.</a:t>
          </a:r>
        </a:p>
      </dsp:txBody>
      <dsp:txXfrm>
        <a:off x="5651962" y="795493"/>
        <a:ext cx="2552269" cy="1082781"/>
      </dsp:txXfrm>
    </dsp:sp>
    <dsp:sp modelId="{E9641777-17BC-43E0-986B-EF75BD8930D8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E4236-153B-4941-818E-E7F10CC99EAE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67D59-9B9A-45E7-9237-A1AA58FBA23A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3. Emission Monitoring: Use Random Forest for real-time tracking and reduction.</a:t>
          </a:r>
        </a:p>
      </dsp:txBody>
      <dsp:txXfrm>
        <a:off x="1340173" y="2647688"/>
        <a:ext cx="2552269" cy="1082781"/>
      </dsp:txXfrm>
    </dsp:sp>
    <dsp:sp modelId="{0E221B13-E60E-4235-AAB7-A857C5F1D827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87D4A9-CE79-4E3B-8571-94F100D6BB75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E57AA-8CC5-4E15-ADCF-E2B5C3AFE0E6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4. Integrated Data Platform: Centralize analytics and reporting.</a:t>
          </a:r>
        </a:p>
      </dsp:txBody>
      <dsp:txXfrm>
        <a:off x="5651962" y="2647688"/>
        <a:ext cx="2552269" cy="1082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2F0B5-CEC8-4DAC-B5D5-8054D6679DC4}">
      <dsp:nvSpPr>
        <dsp:cNvPr id="0" name=""/>
        <dsp:cNvSpPr/>
      </dsp:nvSpPr>
      <dsp:spPr>
        <a:xfrm>
          <a:off x="0" y="4250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D74817-1BAB-4D79-9B63-557BEEB61943}">
      <dsp:nvSpPr>
        <dsp:cNvPr id="0" name=""/>
        <dsp:cNvSpPr/>
      </dsp:nvSpPr>
      <dsp:spPr>
        <a:xfrm>
          <a:off x="273872" y="207957"/>
          <a:ext cx="497949" cy="4979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88E02-94E5-45A0-930B-6CAE45E80CEE}">
      <dsp:nvSpPr>
        <dsp:cNvPr id="0" name=""/>
        <dsp:cNvSpPr/>
      </dsp:nvSpPr>
      <dsp:spPr>
        <a:xfrm>
          <a:off x="1045694" y="4250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Vistra Corp., in collaboration with McKinsey, implemented AI solutions to:</a:t>
          </a:r>
        </a:p>
      </dsp:txBody>
      <dsp:txXfrm>
        <a:off x="1045694" y="4250"/>
        <a:ext cx="4077231" cy="905363"/>
      </dsp:txXfrm>
    </dsp:sp>
    <dsp:sp modelId="{EF4CC434-80F1-494E-A234-4415F0A0C851}">
      <dsp:nvSpPr>
        <dsp:cNvPr id="0" name=""/>
        <dsp:cNvSpPr/>
      </dsp:nvSpPr>
      <dsp:spPr>
        <a:xfrm>
          <a:off x="0" y="1135954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63F6E-A8A9-40B0-BCBE-57536026BBDD}">
      <dsp:nvSpPr>
        <dsp:cNvPr id="0" name=""/>
        <dsp:cNvSpPr/>
      </dsp:nvSpPr>
      <dsp:spPr>
        <a:xfrm>
          <a:off x="273872" y="1339661"/>
          <a:ext cx="497949" cy="4979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CD6CA-EF86-48DC-8688-255180A1E99D}">
      <dsp:nvSpPr>
        <dsp:cNvPr id="0" name=""/>
        <dsp:cNvSpPr/>
      </dsp:nvSpPr>
      <dsp:spPr>
        <a:xfrm>
          <a:off x="1045694" y="1135954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Improve efficiency via Heat Rate Optimizer (HRO)</a:t>
          </a:r>
        </a:p>
      </dsp:txBody>
      <dsp:txXfrm>
        <a:off x="1045694" y="1135954"/>
        <a:ext cx="4077231" cy="905363"/>
      </dsp:txXfrm>
    </dsp:sp>
    <dsp:sp modelId="{6ABB18D2-7AE3-4178-8DFF-AC9049B69016}">
      <dsp:nvSpPr>
        <dsp:cNvPr id="0" name=""/>
        <dsp:cNvSpPr/>
      </dsp:nvSpPr>
      <dsp:spPr>
        <a:xfrm>
          <a:off x="0" y="2267658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4B1191-E205-4D2D-AC7D-B3C3A91A3974}">
      <dsp:nvSpPr>
        <dsp:cNvPr id="0" name=""/>
        <dsp:cNvSpPr/>
      </dsp:nvSpPr>
      <dsp:spPr>
        <a:xfrm>
          <a:off x="273872" y="2471365"/>
          <a:ext cx="497949" cy="4979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866D0A-8790-47E5-9C19-7FA599580D29}">
      <dsp:nvSpPr>
        <dsp:cNvPr id="0" name=""/>
        <dsp:cNvSpPr/>
      </dsp:nvSpPr>
      <dsp:spPr>
        <a:xfrm>
          <a:off x="1045694" y="2267658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Achieve $4.5M in annual savings</a:t>
          </a:r>
        </a:p>
      </dsp:txBody>
      <dsp:txXfrm>
        <a:off x="1045694" y="2267658"/>
        <a:ext cx="4077231" cy="905363"/>
      </dsp:txXfrm>
    </dsp:sp>
    <dsp:sp modelId="{78437E05-CD86-418D-95F6-979C2E6BCD20}">
      <dsp:nvSpPr>
        <dsp:cNvPr id="0" name=""/>
        <dsp:cNvSpPr/>
      </dsp:nvSpPr>
      <dsp:spPr>
        <a:xfrm>
          <a:off x="0" y="3399362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9548B0-00CA-4865-B567-16AD646B98DB}">
      <dsp:nvSpPr>
        <dsp:cNvPr id="0" name=""/>
        <dsp:cNvSpPr/>
      </dsp:nvSpPr>
      <dsp:spPr>
        <a:xfrm>
          <a:off x="273872" y="3603069"/>
          <a:ext cx="497949" cy="4979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4DC2F-4FD0-48F0-9ED4-7ACA8475984E}">
      <dsp:nvSpPr>
        <dsp:cNvPr id="0" name=""/>
        <dsp:cNvSpPr/>
      </dsp:nvSpPr>
      <dsp:spPr>
        <a:xfrm>
          <a:off x="1045694" y="3399362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Reduce 340,000 tons of carbon emissions</a:t>
          </a:r>
        </a:p>
      </dsp:txBody>
      <dsp:txXfrm>
        <a:off x="1045694" y="3399362"/>
        <a:ext cx="4077231" cy="905363"/>
      </dsp:txXfrm>
    </dsp:sp>
    <dsp:sp modelId="{6878A915-C227-4969-A39A-BC61300F5ADD}">
      <dsp:nvSpPr>
        <dsp:cNvPr id="0" name=""/>
        <dsp:cNvSpPr/>
      </dsp:nvSpPr>
      <dsp:spPr>
        <a:xfrm>
          <a:off x="0" y="4531066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C5A0C9-CDF4-47CE-9A46-9DC9CEF2428F}">
      <dsp:nvSpPr>
        <dsp:cNvPr id="0" name=""/>
        <dsp:cNvSpPr/>
      </dsp:nvSpPr>
      <dsp:spPr>
        <a:xfrm>
          <a:off x="273872" y="4734773"/>
          <a:ext cx="497949" cy="4979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78DAA-ADC1-425D-B964-1E140046848E}">
      <dsp:nvSpPr>
        <dsp:cNvPr id="0" name=""/>
        <dsp:cNvSpPr/>
      </dsp:nvSpPr>
      <dsp:spPr>
        <a:xfrm>
          <a:off x="1045694" y="4531066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HRO provided recommendations every 30 minutes for optimized operations.</a:t>
          </a:r>
        </a:p>
      </dsp:txBody>
      <dsp:txXfrm>
        <a:off x="1045694" y="4531066"/>
        <a:ext cx="4077231" cy="9053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B93F10-4001-443D-9DFE-1230753183C0}">
      <dsp:nvSpPr>
        <dsp:cNvPr id="0" name=""/>
        <dsp:cNvSpPr/>
      </dsp:nvSpPr>
      <dsp:spPr>
        <a:xfrm>
          <a:off x="0" y="682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56ACF0-B5C6-4CF4-8716-40AD6B5F8E3A}">
      <dsp:nvSpPr>
        <dsp:cNvPr id="0" name=""/>
        <dsp:cNvSpPr/>
      </dsp:nvSpPr>
      <dsp:spPr>
        <a:xfrm>
          <a:off x="173370" y="129635"/>
          <a:ext cx="315219" cy="3152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BC3B2-5D09-4B03-A127-50F8161C132C}">
      <dsp:nvSpPr>
        <dsp:cNvPr id="0" name=""/>
        <dsp:cNvSpPr/>
      </dsp:nvSpPr>
      <dsp:spPr>
        <a:xfrm>
          <a:off x="661960" y="682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Phase 1: Assessment and Planning</a:t>
          </a:r>
        </a:p>
      </dsp:txBody>
      <dsp:txXfrm>
        <a:off x="661960" y="682"/>
        <a:ext cx="4021988" cy="573126"/>
      </dsp:txXfrm>
    </dsp:sp>
    <dsp:sp modelId="{F84752EC-B83F-490A-AC27-DC5E465617D3}">
      <dsp:nvSpPr>
        <dsp:cNvPr id="0" name=""/>
        <dsp:cNvSpPr/>
      </dsp:nvSpPr>
      <dsp:spPr>
        <a:xfrm>
          <a:off x="0" y="717090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031A99-DD9A-4A21-97D3-6CEF3DA3D1E9}">
      <dsp:nvSpPr>
        <dsp:cNvPr id="0" name=""/>
        <dsp:cNvSpPr/>
      </dsp:nvSpPr>
      <dsp:spPr>
        <a:xfrm>
          <a:off x="173370" y="846043"/>
          <a:ext cx="315219" cy="3152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235D02-FF3E-43C2-AF41-844657F1C4FB}">
      <dsp:nvSpPr>
        <dsp:cNvPr id="0" name=""/>
        <dsp:cNvSpPr/>
      </dsp:nvSpPr>
      <dsp:spPr>
        <a:xfrm>
          <a:off x="661960" y="717090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Evaluate current operations and data infrastructure.</a:t>
          </a:r>
        </a:p>
      </dsp:txBody>
      <dsp:txXfrm>
        <a:off x="661960" y="717090"/>
        <a:ext cx="4021988" cy="573126"/>
      </dsp:txXfrm>
    </dsp:sp>
    <dsp:sp modelId="{C60E3D1D-DD82-4C65-B5C2-5A9359CBF932}">
      <dsp:nvSpPr>
        <dsp:cNvPr id="0" name=""/>
        <dsp:cNvSpPr/>
      </dsp:nvSpPr>
      <dsp:spPr>
        <a:xfrm>
          <a:off x="0" y="1433498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84941F-98AB-4BE5-9406-C182533E8686}">
      <dsp:nvSpPr>
        <dsp:cNvPr id="0" name=""/>
        <dsp:cNvSpPr/>
      </dsp:nvSpPr>
      <dsp:spPr>
        <a:xfrm>
          <a:off x="173370" y="1562451"/>
          <a:ext cx="315219" cy="3152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A0394-9EFD-480B-A489-8A98D03EDACE}">
      <dsp:nvSpPr>
        <dsp:cNvPr id="0" name=""/>
        <dsp:cNvSpPr/>
      </dsp:nvSpPr>
      <dsp:spPr>
        <a:xfrm>
          <a:off x="661960" y="1433498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Phase 2: Data Collection and Integration</a:t>
          </a:r>
        </a:p>
      </dsp:txBody>
      <dsp:txXfrm>
        <a:off x="661960" y="1433498"/>
        <a:ext cx="4021988" cy="573126"/>
      </dsp:txXfrm>
    </dsp:sp>
    <dsp:sp modelId="{398BFB4D-16EA-4FE4-B5D5-70D478176760}">
      <dsp:nvSpPr>
        <dsp:cNvPr id="0" name=""/>
        <dsp:cNvSpPr/>
      </dsp:nvSpPr>
      <dsp:spPr>
        <a:xfrm>
          <a:off x="0" y="2149906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AEDF3B-CB44-45C8-8E57-2999C3BD271A}">
      <dsp:nvSpPr>
        <dsp:cNvPr id="0" name=""/>
        <dsp:cNvSpPr/>
      </dsp:nvSpPr>
      <dsp:spPr>
        <a:xfrm>
          <a:off x="173370" y="2278859"/>
          <a:ext cx="315219" cy="3152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1E0BB-D7FC-4381-B060-48D622C0B5D6}">
      <dsp:nvSpPr>
        <dsp:cNvPr id="0" name=""/>
        <dsp:cNvSpPr/>
      </dsp:nvSpPr>
      <dsp:spPr>
        <a:xfrm>
          <a:off x="661960" y="2149906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Deploy sensors and build a unified data platform.</a:t>
          </a:r>
        </a:p>
      </dsp:txBody>
      <dsp:txXfrm>
        <a:off x="661960" y="2149906"/>
        <a:ext cx="4021988" cy="573126"/>
      </dsp:txXfrm>
    </dsp:sp>
    <dsp:sp modelId="{61D4A831-1AEF-4F15-BBAA-B8E419F6F20A}">
      <dsp:nvSpPr>
        <dsp:cNvPr id="0" name=""/>
        <dsp:cNvSpPr/>
      </dsp:nvSpPr>
      <dsp:spPr>
        <a:xfrm>
          <a:off x="0" y="2866314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6325F-4A52-43F9-914B-E0B8D564B923}">
      <dsp:nvSpPr>
        <dsp:cNvPr id="0" name=""/>
        <dsp:cNvSpPr/>
      </dsp:nvSpPr>
      <dsp:spPr>
        <a:xfrm>
          <a:off x="173370" y="2995267"/>
          <a:ext cx="315219" cy="31521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257CB-8FBC-4563-952E-1ADBC14A1272}">
      <dsp:nvSpPr>
        <dsp:cNvPr id="0" name=""/>
        <dsp:cNvSpPr/>
      </dsp:nvSpPr>
      <dsp:spPr>
        <a:xfrm>
          <a:off x="661960" y="2866314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Phase 3: Model Development and Testing</a:t>
          </a:r>
        </a:p>
      </dsp:txBody>
      <dsp:txXfrm>
        <a:off x="661960" y="2866314"/>
        <a:ext cx="4021988" cy="573126"/>
      </dsp:txXfrm>
    </dsp:sp>
    <dsp:sp modelId="{6C0A173B-054B-4209-A209-E67BB9F74346}">
      <dsp:nvSpPr>
        <dsp:cNvPr id="0" name=""/>
        <dsp:cNvSpPr/>
      </dsp:nvSpPr>
      <dsp:spPr>
        <a:xfrm>
          <a:off x="0" y="3582722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BDFC9-30E6-4366-A995-5FBC3F66A91C}">
      <dsp:nvSpPr>
        <dsp:cNvPr id="0" name=""/>
        <dsp:cNvSpPr/>
      </dsp:nvSpPr>
      <dsp:spPr>
        <a:xfrm>
          <a:off x="173370" y="3711675"/>
          <a:ext cx="315219" cy="31521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C0EAE-23E7-476A-B35E-5A4EC0C1F436}">
      <dsp:nvSpPr>
        <dsp:cNvPr id="0" name=""/>
        <dsp:cNvSpPr/>
      </dsp:nvSpPr>
      <dsp:spPr>
        <a:xfrm>
          <a:off x="661960" y="3582722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Train and validate AI models for maintenance and optimization.</a:t>
          </a:r>
        </a:p>
      </dsp:txBody>
      <dsp:txXfrm>
        <a:off x="661960" y="3582722"/>
        <a:ext cx="4021988" cy="573126"/>
      </dsp:txXfrm>
    </dsp:sp>
    <dsp:sp modelId="{38CA5DA4-6B4E-481C-B5A6-472690D8F35F}">
      <dsp:nvSpPr>
        <dsp:cNvPr id="0" name=""/>
        <dsp:cNvSpPr/>
      </dsp:nvSpPr>
      <dsp:spPr>
        <a:xfrm>
          <a:off x="0" y="4299130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117DCC-5C70-488B-ACEF-BAB4712342F1}">
      <dsp:nvSpPr>
        <dsp:cNvPr id="0" name=""/>
        <dsp:cNvSpPr/>
      </dsp:nvSpPr>
      <dsp:spPr>
        <a:xfrm>
          <a:off x="173370" y="4428083"/>
          <a:ext cx="315219" cy="31521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1DE82-1954-4ECE-9558-B8A21DE88367}">
      <dsp:nvSpPr>
        <dsp:cNvPr id="0" name=""/>
        <dsp:cNvSpPr/>
      </dsp:nvSpPr>
      <dsp:spPr>
        <a:xfrm>
          <a:off x="661960" y="4299130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Phase 4: Deployment and Monitoring</a:t>
          </a:r>
        </a:p>
      </dsp:txBody>
      <dsp:txXfrm>
        <a:off x="661960" y="4299130"/>
        <a:ext cx="4021988" cy="573126"/>
      </dsp:txXfrm>
    </dsp:sp>
    <dsp:sp modelId="{1C8B2489-4883-4E5D-BF99-D60A4B16A020}">
      <dsp:nvSpPr>
        <dsp:cNvPr id="0" name=""/>
        <dsp:cNvSpPr/>
      </dsp:nvSpPr>
      <dsp:spPr>
        <a:xfrm>
          <a:off x="0" y="5015538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5A92EA-9EED-45BC-8BC4-E0738F0D8B0D}">
      <dsp:nvSpPr>
        <dsp:cNvPr id="0" name=""/>
        <dsp:cNvSpPr/>
      </dsp:nvSpPr>
      <dsp:spPr>
        <a:xfrm>
          <a:off x="173370" y="5144491"/>
          <a:ext cx="315219" cy="315219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1EFAC-EEDA-4E15-8F72-E9B5EA1BA23B}">
      <dsp:nvSpPr>
        <dsp:cNvPr id="0" name=""/>
        <dsp:cNvSpPr/>
      </dsp:nvSpPr>
      <dsp:spPr>
        <a:xfrm>
          <a:off x="661960" y="5015538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Implement models and establish performance tracking.</a:t>
          </a:r>
        </a:p>
      </dsp:txBody>
      <dsp:txXfrm>
        <a:off x="661960" y="5015538"/>
        <a:ext cx="4021988" cy="5731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E3C38B-4804-4719-8BFA-E4974913D024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2880A3-6EBE-4529-8CB1-F9CFA1FC01FF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F0458-8F3F-4E3D-8A55-E5C3864EE219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Operational Efficiency: Anticipated 2-3% improvement.</a:t>
          </a:r>
        </a:p>
      </dsp:txBody>
      <dsp:txXfrm>
        <a:off x="1493203" y="552"/>
        <a:ext cx="6736396" cy="1292816"/>
      </dsp:txXfrm>
    </dsp:sp>
    <dsp:sp modelId="{309805F1-136A-46B2-862B-CBC743E063E0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3FA074-3C3A-4DD4-8C2F-0355A7FEDD29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3E26C-42AB-456B-A5DB-F1C68E3A6EA4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Cost Savings: Projected $3-5M annually.</a:t>
          </a:r>
        </a:p>
      </dsp:txBody>
      <dsp:txXfrm>
        <a:off x="1493203" y="1616573"/>
        <a:ext cx="6736396" cy="1292816"/>
      </dsp:txXfrm>
    </dsp:sp>
    <dsp:sp modelId="{1F13D40C-77FC-4CCF-8613-AB3C68A99D8F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168634-DF73-4AC7-8B62-52BA3C395566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613BF-5926-4500-9EC3-3E822DB3AA5F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Emission Reduction: Estimated 300,000 tons of CO2 annually.</a:t>
          </a:r>
        </a:p>
      </dsp:txBody>
      <dsp:txXfrm>
        <a:off x="1493203" y="3232593"/>
        <a:ext cx="6736396" cy="12928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00397-C160-42F2-A44A-A6691B48AE50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9ABE1-7889-4C64-94BD-D10D5B9D9325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D5071-DF32-466D-A0E4-9F4130E57F01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AI and data science can revolutionize the energy sector by:</a:t>
          </a:r>
        </a:p>
      </dsp:txBody>
      <dsp:txXfrm>
        <a:off x="869886" y="3535"/>
        <a:ext cx="7359713" cy="753148"/>
      </dsp:txXfrm>
    </dsp:sp>
    <dsp:sp modelId="{9016964C-7048-438F-9D00-07105BE54263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233B5B-EB45-494C-B496-E7443D6380D5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B39A0-7F64-42C8-BB10-835FB903A5DA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Enhancing efficiency</a:t>
          </a:r>
        </a:p>
      </dsp:txBody>
      <dsp:txXfrm>
        <a:off x="869886" y="944971"/>
        <a:ext cx="7359713" cy="753148"/>
      </dsp:txXfrm>
    </dsp:sp>
    <dsp:sp modelId="{A49D352E-BAD4-4AFD-B615-244A0CF44B18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67E46-F6D3-4DBB-BD53-A5A97794C80A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25CA78-1D9C-4925-BBB8-FEAC6DCE7A34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Reducing costs</a:t>
          </a:r>
        </a:p>
      </dsp:txBody>
      <dsp:txXfrm>
        <a:off x="869886" y="1886407"/>
        <a:ext cx="7359713" cy="753148"/>
      </dsp:txXfrm>
    </dsp:sp>
    <dsp:sp modelId="{CCB6230D-04EB-4712-B49E-84D97A019736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2CE54C-B324-45FA-B552-952F55B139A8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2A1740-0901-48CF-8012-850A903358BD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Supporting sustainability goals</a:t>
          </a:r>
        </a:p>
      </dsp:txBody>
      <dsp:txXfrm>
        <a:off x="869886" y="2827842"/>
        <a:ext cx="7359713" cy="753148"/>
      </dsp:txXfrm>
    </dsp:sp>
    <dsp:sp modelId="{4BDA0784-D562-4049-832B-080E5FB6AB2D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A973A1-647E-466D-BA86-8157036CBB75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0C438-FF0C-47FA-BEFB-50F0BFA4D18F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Drawing from Vistra Corp.'s success, this proposal provides a roadmap to position the organization as a leader in innovation.</a:t>
          </a:r>
        </a:p>
      </dsp:txBody>
      <dsp:txXfrm>
        <a:off x="869886" y="3769278"/>
        <a:ext cx="7359713" cy="753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7324" y="1146412"/>
            <a:ext cx="6760761" cy="2402006"/>
          </a:xfrm>
        </p:spPr>
        <p:txBody>
          <a:bodyPr anchor="b">
            <a:normAutofit/>
          </a:bodyPr>
          <a:lstStyle/>
          <a:p>
            <a:pPr algn="l"/>
            <a:r>
              <a:rPr lang="en-IN" sz="4200" dirty="0"/>
              <a:t>Implementing Data Science Solutions in the Energy Sector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4374554"/>
            <a:ext cx="9144005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105491" y="4374554"/>
            <a:ext cx="3038508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9143988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" y="4380927"/>
            <a:ext cx="9144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323" y="4892722"/>
            <a:ext cx="4790367" cy="1078173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IN" sz="2200">
                <a:solidFill>
                  <a:srgbClr val="FFFFFF"/>
                </a:solidFill>
              </a:rPr>
              <a:t>Using AI to Optimize Efficiency, Reduce Costs, and Improve Sustainability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2"/>
            <a:ext cx="7266222" cy="1039700"/>
          </a:xfrm>
        </p:spPr>
        <p:txBody>
          <a:bodyPr anchor="b">
            <a:normAutofit/>
          </a:bodyPr>
          <a:lstStyle/>
          <a:p>
            <a:r>
              <a:rPr lang="en-IN" sz="35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418409"/>
            <a:ext cx="7266222" cy="3454358"/>
          </a:xfrm>
        </p:spPr>
        <p:txBody>
          <a:bodyPr anchor="t">
            <a:normAutofit/>
          </a:bodyPr>
          <a:lstStyle/>
          <a:p>
            <a:r>
              <a:rPr lang="en-IN" sz="1700" dirty="0">
                <a:latin typeface="Calibri"/>
              </a:rPr>
              <a:t>The energy sector is undergoing a significant transformation, driven by the need for:</a:t>
            </a:r>
          </a:p>
          <a:p>
            <a:pPr lvl="1">
              <a:buFontTx/>
              <a:buChar char="-"/>
            </a:pPr>
            <a:r>
              <a:rPr lang="en-IN" sz="1700" dirty="0">
                <a:latin typeface="Calibri"/>
              </a:rPr>
              <a:t>Increased efficiency</a:t>
            </a:r>
          </a:p>
          <a:p>
            <a:pPr lvl="1">
              <a:buFontTx/>
              <a:buChar char="-"/>
            </a:pPr>
            <a:r>
              <a:rPr lang="en-IN" sz="1700" dirty="0">
                <a:latin typeface="Calibri"/>
              </a:rPr>
              <a:t>Reduced emissions</a:t>
            </a:r>
          </a:p>
          <a:p>
            <a:pPr lvl="1">
              <a:buFontTx/>
              <a:buChar char="-"/>
            </a:pPr>
            <a:r>
              <a:rPr lang="en-IN" sz="1700" dirty="0">
                <a:latin typeface="Calibri"/>
              </a:rPr>
              <a:t>Enhanced operational performance</a:t>
            </a:r>
          </a:p>
          <a:p>
            <a:endParaRPr lang="en-IN" sz="1700" dirty="0">
              <a:latin typeface="Calibri"/>
            </a:endParaRPr>
          </a:p>
          <a:p>
            <a:r>
              <a:rPr lang="en-IN" sz="1700" dirty="0">
                <a:latin typeface="Calibri"/>
              </a:rPr>
              <a:t>Data science and AI are pivotal tools to achieve these objectives, as demonstrated by </a:t>
            </a:r>
            <a:r>
              <a:rPr lang="en-IN" sz="1700" dirty="0" err="1">
                <a:latin typeface="Calibri"/>
              </a:rPr>
              <a:t>Vistra</a:t>
            </a:r>
            <a:r>
              <a:rPr lang="en-IN" sz="1700" dirty="0">
                <a:latin typeface="Calibri"/>
              </a:rPr>
              <a:t> Corp.'s AI initiatives.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IN" sz="1700" dirty="0">
                <a:latin typeface="Calibri"/>
              </a:rPr>
              <a:t>Traditional energy operations face challenges including:</a:t>
            </a:r>
          </a:p>
          <a:p>
            <a:pPr marL="0" indent="0">
              <a:buNone/>
            </a:pPr>
            <a:endParaRPr lang="en-IN" sz="1700" dirty="0">
              <a:latin typeface="Calibri"/>
            </a:endParaRPr>
          </a:p>
          <a:p>
            <a:pPr marL="685800" lvl="1">
              <a:buFontTx/>
              <a:buChar char="-"/>
            </a:pPr>
            <a:r>
              <a:rPr lang="en-IN" sz="1700" dirty="0">
                <a:latin typeface="Calibri"/>
              </a:rPr>
              <a:t>Operational inefficiencies leading to high costs and wastage</a:t>
            </a:r>
          </a:p>
          <a:p>
            <a:pPr marL="685800" lvl="1">
              <a:buFontTx/>
              <a:buChar char="-"/>
            </a:pPr>
            <a:r>
              <a:rPr lang="en-IN" sz="1700" dirty="0">
                <a:latin typeface="Calibri"/>
              </a:rPr>
              <a:t>Unexpected downtime causing financial losses</a:t>
            </a:r>
          </a:p>
          <a:p>
            <a:pPr marL="685800" lvl="1">
              <a:buFontTx/>
              <a:buChar char="-"/>
            </a:pPr>
            <a:r>
              <a:rPr lang="en-IN" sz="1700" dirty="0">
                <a:latin typeface="Calibri"/>
              </a:rPr>
              <a:t>High carbon emissions contributing to environmental degradation</a:t>
            </a:r>
          </a:p>
          <a:p>
            <a:pPr marL="685800" lvl="1">
              <a:buFontTx/>
              <a:buChar char="-"/>
            </a:pPr>
            <a:r>
              <a:rPr lang="en-IN" sz="1700" dirty="0">
                <a:latin typeface="Calibri"/>
              </a:rPr>
              <a:t> Fragmented data systems hindering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491197-508C-D1A4-14EA-F7A3E4073D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416376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Proposed Data Science Solutions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46D469-BC31-5820-810D-205ADA8E8F1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n-IN" sz="2800"/>
              <a:t>Case Study: Vistra Corp.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6B9B7439-38D1-F6D6-7D9C-B52D8D1ACB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165622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IN" sz="3300"/>
              <a:t>Implementation Plan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2BB97FD8-6503-6E19-78FE-2908A797B5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362455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anchor="ctr">
            <a:normAutofit/>
          </a:bodyPr>
          <a:lstStyle/>
          <a:p>
            <a:r>
              <a:rPr lang="en-IN" sz="2900">
                <a:solidFill>
                  <a:srgbClr val="FFFFFF"/>
                </a:solidFill>
              </a:rPr>
              <a:t>Algorithmic Flowchart</a:t>
            </a:r>
          </a:p>
        </p:txBody>
      </p:sp>
      <p:pic>
        <p:nvPicPr>
          <p:cNvPr id="3" name="Picture 2" descr="AI_Energ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87" y="1744962"/>
            <a:ext cx="5085525" cy="33657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202FC5-8F44-22E3-11E5-54FF2C0A6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Detailed Flowchart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25AF35-B639-7A53-0949-CC2841227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87" y="878699"/>
            <a:ext cx="5085525" cy="509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044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Expected Outcomes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1C779D7A-E2C3-5092-11C1-33FBB377D7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F2BC16-1ECA-E55D-3503-CAEAB7C991A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37667</TotalTime>
  <Words>386</Words>
  <Application>Microsoft Macintosh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Implementing Data Science Solutions in the Energy Sector</vt:lpstr>
      <vt:lpstr>Introduction</vt:lpstr>
      <vt:lpstr>Problem Statement</vt:lpstr>
      <vt:lpstr>Objectives</vt:lpstr>
      <vt:lpstr>Proposed Data Science Solutions</vt:lpstr>
      <vt:lpstr>Case Study: Vistra Corp.</vt:lpstr>
      <vt:lpstr>Implementation Plan</vt:lpstr>
      <vt:lpstr>Algorithmic Flowchart</vt:lpstr>
      <vt:lpstr>Detailed Flowchart</vt:lpstr>
      <vt:lpstr>Expected Outcomes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Kriti Yadav</cp:lastModifiedBy>
  <cp:revision>2</cp:revision>
  <dcterms:created xsi:type="dcterms:W3CDTF">2013-01-27T09:14:16Z</dcterms:created>
  <dcterms:modified xsi:type="dcterms:W3CDTF">2024-12-25T05:59:38Z</dcterms:modified>
  <cp:category/>
</cp:coreProperties>
</file>