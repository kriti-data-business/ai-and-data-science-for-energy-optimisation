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and Data Science for Energy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Proposal for AI Implementation in the Energy Sector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Operational inefficiencies lead to increased costs and energy wastage.</a:t>
            </a:r>
          </a:p>
          <a:p>
            <a:r>
              <a:t>2. Unplanned downtime causes financial losses and service interruptions.</a:t>
            </a:r>
          </a:p>
          <a:p>
            <a:r>
              <a:t>3. High carbon emissions contribute to environmental and regulatory challenges.</a:t>
            </a:r>
          </a:p>
          <a:p>
            <a:r>
              <a:t>4. Fragmented data systems hinder comprehensive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Enhance operational efficiency using data science techniques.</a:t>
            </a:r>
          </a:p>
          <a:p>
            <a:r>
              <a:t>2. Implement predictive maintenance to reduce downtimes.</a:t>
            </a:r>
          </a:p>
          <a:p>
            <a:r>
              <a:t>3. Reduce carbon emissions and achieve sustainability goals.</a:t>
            </a:r>
          </a:p>
          <a:p>
            <a:r>
              <a:t>4. Develop a unified data platform for holistic analysis and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Data Science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Predictive Maintenance: Use time-series analysis (LSTM) to forecast equipment failures.</a:t>
            </a:r>
          </a:p>
          <a:p>
            <a:r>
              <a:t>2. Energy Optimization: Apply reinforcement learning (Deep Q-Learning) for dynamic adjustments.</a:t>
            </a:r>
          </a:p>
          <a:p>
            <a:r>
              <a:t>3. Emission Monitoring: Use classification models (Random Forest) to track and reduce emissions.</a:t>
            </a:r>
          </a:p>
          <a:p>
            <a:r>
              <a:t>4. Integrated Data Platform: Develop dashboards for real-time insights and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Algorithmic Flowchart</a:t>
            </a:r>
          </a:p>
        </p:txBody>
      </p:sp>
      <p:pic>
        <p:nvPicPr>
          <p:cNvPr id="3" name="Picture 2" descr="AI_Ener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8414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Vistra Corp.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Heat Rate Optimizer (HRO):</a:t>
            </a:r>
          </a:p>
          <a:p>
            <a:r>
              <a:t>   - AI models provided real-time recommendations to improve thermal efficiency.</a:t>
            </a:r>
          </a:p>
          <a:p>
            <a:r>
              <a:t>2. Results:</a:t>
            </a:r>
          </a:p>
          <a:p>
            <a:r>
              <a:t>   - 2% increase in efficiency within three months.</a:t>
            </a:r>
          </a:p>
          <a:p>
            <a:r>
              <a:t>   - $4.5 million in annual savings.</a:t>
            </a:r>
          </a:p>
          <a:p>
            <a:r>
              <a:t>   - 340,000 tons of CO2 reduction, equivalent to removing 66,000 cars annually.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Assessment and Planning</a:t>
            </a:r>
          </a:p>
          <a:p>
            <a:r>
              <a:t> - Evaluate current operations and data infrastructure.</a:t>
            </a:r>
          </a:p>
          <a:p>
            <a:r>
              <a:t>Phase 2: Data Collection and Integration</a:t>
            </a:r>
          </a:p>
          <a:p>
            <a:r>
              <a:t> - Deploy sensors and build a unified data platform.</a:t>
            </a:r>
          </a:p>
          <a:p>
            <a:r>
              <a:t>Phase 3: Model Development and Testing</a:t>
            </a:r>
          </a:p>
          <a:p>
            <a:r>
              <a:t> - Train and validate models for predictive maintenance and optimization.</a:t>
            </a:r>
          </a:p>
          <a:p>
            <a:r>
              <a:t>Phase 4: Deployment and Monitoring</a:t>
            </a:r>
          </a:p>
          <a:p>
            <a:r>
              <a:t> - Implement models and monitor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Operational Efficiency: Anticipated 2-3% improvement.</a:t>
            </a:r>
          </a:p>
          <a:p>
            <a:r>
              <a:t>2. Cost Savings: Projected $3-5 million annually.</a:t>
            </a:r>
          </a:p>
          <a:p>
            <a:r>
              <a:t>3. Emission Reduction: Estimated 300,000 tons of CO2 reduction annually.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